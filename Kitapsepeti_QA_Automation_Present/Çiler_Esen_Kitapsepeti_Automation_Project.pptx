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1.tif"/><Relationship Id="rId9" Type="http://schemas.openxmlformats.org/officeDocument/2006/relationships/image" Target="../media/image2.tif"/><Relationship Id="rId10" Type="http://schemas.openxmlformats.org/officeDocument/2006/relationships/image" Target="../media/image3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9639" y="1775537"/>
            <a:ext cx="2543176" cy="323851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Box 3"/>
          <p:cNvSpPr txBox="1"/>
          <p:nvPr/>
        </p:nvSpPr>
        <p:spPr>
          <a:xfrm>
            <a:off x="893588" y="2764541"/>
            <a:ext cx="10801351" cy="1328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200"/>
              </a:lnSpc>
              <a:defRPr b="1" sz="48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Kitapsepeti.com</a:t>
            </a:r>
            <a:endParaRPr b="0" sz="1800">
              <a:solidFill>
                <a:srgbClr val="000000"/>
              </a:solidFill>
              <a:latin typeface="+mj-lt"/>
              <a:ea typeface="+mj-ea"/>
              <a:cs typeface="+mj-cs"/>
              <a:sym typeface="Calibri"/>
            </a:endParaRPr>
          </a:p>
          <a:p>
            <a:pPr>
              <a:lnSpc>
                <a:spcPts val="5200"/>
              </a:lnSpc>
              <a:defRPr b="1" sz="48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End-to-End Otomasyon Projesi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952500" y="4758612"/>
            <a:ext cx="10287000" cy="337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Çiler Esen | QA Automation</a:t>
            </a:r>
          </a:p>
        </p:txBody>
      </p:sp>
      <p:sp>
        <p:nvSpPr>
          <p:cNvPr id="98" name="Cypress • JavaScript • Cucumber • Page Object Model"/>
          <p:cNvSpPr txBox="1"/>
          <p:nvPr/>
        </p:nvSpPr>
        <p:spPr>
          <a:xfrm>
            <a:off x="936153" y="4259491"/>
            <a:ext cx="5155554" cy="333088"/>
          </a:xfrm>
          <a:prstGeom prst="rect">
            <a:avLst/>
          </a:prstGeom>
          <a:solidFill>
            <a:srgbClr val="56598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Cypress • JavaScript • Cucumber • Page Object Model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86500" y="2732782"/>
            <a:ext cx="5334000" cy="2297310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TextBox 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Proje Kapsamı ve Hedefler</a:t>
            </a:r>
          </a:p>
        </p:txBody>
      </p:sp>
      <p:sp>
        <p:nvSpPr>
          <p:cNvPr id="102" name="Rectangle 3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TextBox 4"/>
          <p:cNvSpPr txBox="1"/>
          <p:nvPr/>
        </p:nvSpPr>
        <p:spPr>
          <a:xfrm>
            <a:off x="571500" y="2320378"/>
            <a:ext cx="5334000" cy="897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15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Kitapsepeti e-ticaret platformunun kritik kullanıcı deneyimi akışlarını güvence altına almak amacıyla kapsamlı bir test otomasyon altyapısı geliştirilmiştir.</a:t>
            </a:r>
          </a:p>
        </p:txBody>
      </p:sp>
      <p:sp>
        <p:nvSpPr>
          <p:cNvPr id="104" name="TextBox 5"/>
          <p:cNvSpPr txBox="1"/>
          <p:nvPr/>
        </p:nvSpPr>
        <p:spPr>
          <a:xfrm>
            <a:off x="904875" y="3472903"/>
            <a:ext cx="5000625" cy="518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</a:lstStyle>
          <a:p>
            <a:pPr/>
            <a:r>
              <a:t>Manuel test yükünün minimize edilmesi ve regresyon süresinin kısaltılması</a:t>
            </a:r>
          </a:p>
        </p:txBody>
      </p:sp>
      <p:sp>
        <p:nvSpPr>
          <p:cNvPr id="105" name="TextBox 6"/>
          <p:cNvSpPr txBox="1"/>
          <p:nvPr/>
        </p:nvSpPr>
        <p:spPr>
          <a:xfrm>
            <a:off x="904875" y="4192933"/>
            <a:ext cx="5000625" cy="518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</a:lstStyle>
          <a:p>
            <a:pPr/>
            <a:r>
              <a:t>Kritik fonksiyonların (Arama, Sepet, Ödeme) hatasız çalıştığının doğrulanması</a:t>
            </a:r>
          </a:p>
        </p:txBody>
      </p:sp>
      <p:sp>
        <p:nvSpPr>
          <p:cNvPr id="106" name="TextBox 7"/>
          <p:cNvSpPr txBox="1"/>
          <p:nvPr/>
        </p:nvSpPr>
        <p:spPr>
          <a:xfrm>
            <a:off x="904875" y="4912964"/>
            <a:ext cx="5000625" cy="251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</a:lstStyle>
          <a:p>
            <a:pPr/>
            <a:r>
              <a:t>CI/CD süreçlerine entegre edilebilir, sürdürülebilir bir yapı kurulması</a:t>
            </a:r>
          </a:p>
        </p:txBody>
      </p:sp>
      <p:sp>
        <p:nvSpPr>
          <p:cNvPr id="107" name="TextBox 8"/>
          <p:cNvSpPr txBox="1"/>
          <p:nvPr/>
        </p:nvSpPr>
        <p:spPr>
          <a:xfrm>
            <a:off x="6629400" y="3018532"/>
            <a:ext cx="494061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6D28D9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Temel Kazanım</a:t>
            </a:r>
          </a:p>
        </p:txBody>
      </p:sp>
      <p:sp>
        <p:nvSpPr>
          <p:cNvPr id="108" name="TextBox 9"/>
          <p:cNvSpPr txBox="1"/>
          <p:nvPr/>
        </p:nvSpPr>
        <p:spPr>
          <a:xfrm>
            <a:off x="6629400" y="3475732"/>
            <a:ext cx="4705350" cy="1051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Geliştirilen bu otomasyon mimarisi sayesinde her sürüm çıkışında (release) test maliyetleri düşürülmüş ve kullanıcı deneyimini etkileyebilecek hatalar üretime çıkmadan engellenmesi.</a:t>
            </a:r>
          </a:p>
        </p:txBody>
      </p:sp>
      <p:pic>
        <p:nvPicPr>
          <p:cNvPr id="109" name="Picture 10" descr="Picture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3506241"/>
            <a:ext cx="19050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4226271"/>
            <a:ext cx="19050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Picture 12" descr="Picture 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4946301"/>
            <a:ext cx="190500" cy="2000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2479475"/>
            <a:ext cx="3492549" cy="28039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49798" y="2479475"/>
            <a:ext cx="3492550" cy="28039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28099" y="2479475"/>
            <a:ext cx="3492550" cy="2803922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extBox 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Otomasyonun Sağladığı Katkılar</a:t>
            </a:r>
          </a:p>
        </p:txBody>
      </p:sp>
      <p:sp>
        <p:nvSpPr>
          <p:cNvPr id="117" name="Rectangle 5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18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66775" y="2774750"/>
            <a:ext cx="666750" cy="666751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TextBox 7"/>
          <p:cNvSpPr txBox="1"/>
          <p:nvPr/>
        </p:nvSpPr>
        <p:spPr>
          <a:xfrm>
            <a:off x="866775" y="3632001"/>
            <a:ext cx="30471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Tekrar Çalıştırılabilirlik</a:t>
            </a:r>
          </a:p>
        </p:txBody>
      </p:sp>
      <p:sp>
        <p:nvSpPr>
          <p:cNvPr id="120" name="TextBox 8"/>
          <p:cNvSpPr txBox="1"/>
          <p:nvPr/>
        </p:nvSpPr>
        <p:spPr>
          <a:xfrm>
            <a:off x="866775" y="4013001"/>
            <a:ext cx="2902000" cy="951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Sistem güncellemelerinden ve yeni özellik çıkışlarından sonra aynı test adımlarının hatasız ve otomatik olarak koşturulmasını sağlar.</a:t>
            </a:r>
          </a:p>
        </p:txBody>
      </p:sp>
      <p:pic>
        <p:nvPicPr>
          <p:cNvPr id="121" name="Picture 9" descr="Picture 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645073" y="2774750"/>
            <a:ext cx="666751" cy="666751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extBox 10"/>
          <p:cNvSpPr txBox="1"/>
          <p:nvPr/>
        </p:nvSpPr>
        <p:spPr>
          <a:xfrm>
            <a:off x="4645073" y="3632001"/>
            <a:ext cx="30471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Hızlı Geri Bildirim</a:t>
            </a:r>
          </a:p>
        </p:txBody>
      </p:sp>
      <p:sp>
        <p:nvSpPr>
          <p:cNvPr id="123" name="TextBox 11"/>
          <p:cNvSpPr txBox="1"/>
          <p:nvPr/>
        </p:nvSpPr>
        <p:spPr>
          <a:xfrm>
            <a:off x="4645073" y="4013001"/>
            <a:ext cx="2902000" cy="951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Kritik fonksiyonlarda (Login, Sepet, Ödeme) oluşabilecek potansiyel hatalar anında tespit edilir ve geliştirici ekibe raporlanır.</a:t>
            </a:r>
          </a:p>
        </p:txBody>
      </p:sp>
      <p:pic>
        <p:nvPicPr>
          <p:cNvPr id="124" name="Picture 12" descr="Picture 1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423374" y="2774750"/>
            <a:ext cx="666751" cy="666751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TextBox 13"/>
          <p:cNvSpPr txBox="1"/>
          <p:nvPr/>
        </p:nvSpPr>
        <p:spPr>
          <a:xfrm>
            <a:off x="8423374" y="3632001"/>
            <a:ext cx="30471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Merkezi Bakım Kolaylığı</a:t>
            </a:r>
          </a:p>
        </p:txBody>
      </p:sp>
      <p:sp>
        <p:nvSpPr>
          <p:cNvPr id="126" name="TextBox 14"/>
          <p:cNvSpPr txBox="1"/>
          <p:nvPr/>
        </p:nvSpPr>
        <p:spPr>
          <a:xfrm>
            <a:off x="8423374" y="4013001"/>
            <a:ext cx="2902000" cy="7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Page Object Model (POM) mimarisi sayesinde locator değişiklikleri tek noktadan kolayca ve hızlıca yönetilir.</a:t>
            </a:r>
          </a:p>
        </p:txBody>
      </p:sp>
      <p:pic>
        <p:nvPicPr>
          <p:cNvPr id="127" name="Picture 15" descr="Picture 1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028700" y="2936675"/>
            <a:ext cx="342900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Picture 16" descr="Picture 16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826048" y="2936675"/>
            <a:ext cx="3048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Picture 17" descr="Picture 17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585299" y="2936675"/>
            <a:ext cx="342901" cy="342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Manuel vs Otomasyon Karşılaştırması</a:t>
            </a:r>
          </a:p>
        </p:txBody>
      </p:sp>
      <p:sp>
        <p:nvSpPr>
          <p:cNvPr id="132" name="Rectangle 2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133" name="Table 3"/>
          <p:cNvGraphicFramePr/>
          <p:nvPr/>
        </p:nvGraphicFramePr>
        <p:xfrm>
          <a:off x="571500" y="2852736"/>
          <a:ext cx="11049000" cy="20574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810470"/>
                <a:gridCol w="4446240"/>
                <a:gridCol w="3792289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1E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Test Kriteri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1E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Manuel Test Süreci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7C3AED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Cypress Otomasyonu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Koşum Süresi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~4 Saat (Tüm Akışlar)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7C3AE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~4 Dakika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Hata Yakalama Oranı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İnsan gözüne ve yorgunluğuna bağlı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7C3AE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%100 Deterministik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Regresyon Maliyeti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Yüksek operasyonel efor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7C3AE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Tek tıkla CI/CD entegrasyonu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4" name="Rectangle 4"/>
          <p:cNvSpPr/>
          <p:nvPr/>
        </p:nvSpPr>
        <p:spPr>
          <a:xfrm>
            <a:off x="571499" y="3338512"/>
            <a:ext cx="2810472" cy="1905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Rectangle 5"/>
          <p:cNvSpPr/>
          <p:nvPr/>
        </p:nvSpPr>
        <p:spPr>
          <a:xfrm>
            <a:off x="3381969" y="3338512"/>
            <a:ext cx="4446241" cy="1905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Rectangle 6"/>
          <p:cNvSpPr/>
          <p:nvPr/>
        </p:nvSpPr>
        <p:spPr>
          <a:xfrm>
            <a:off x="7828209" y="3338512"/>
            <a:ext cx="3792290" cy="1905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Rectangle 7"/>
          <p:cNvSpPr/>
          <p:nvPr/>
        </p:nvSpPr>
        <p:spPr>
          <a:xfrm>
            <a:off x="571499" y="3865562"/>
            <a:ext cx="2810472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Rectangle 8"/>
          <p:cNvSpPr/>
          <p:nvPr/>
        </p:nvSpPr>
        <p:spPr>
          <a:xfrm>
            <a:off x="3381969" y="3865562"/>
            <a:ext cx="4446241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Rectangle 9"/>
          <p:cNvSpPr/>
          <p:nvPr/>
        </p:nvSpPr>
        <p:spPr>
          <a:xfrm>
            <a:off x="7828209" y="3865562"/>
            <a:ext cx="379229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Rectangle 10"/>
          <p:cNvSpPr/>
          <p:nvPr/>
        </p:nvSpPr>
        <p:spPr>
          <a:xfrm>
            <a:off x="571499" y="4379912"/>
            <a:ext cx="2810472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Rectangle 11"/>
          <p:cNvSpPr/>
          <p:nvPr/>
        </p:nvSpPr>
        <p:spPr>
          <a:xfrm>
            <a:off x="3381969" y="4379912"/>
            <a:ext cx="4446241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Rectangle 12"/>
          <p:cNvSpPr/>
          <p:nvPr/>
        </p:nvSpPr>
        <p:spPr>
          <a:xfrm>
            <a:off x="7828209" y="4379912"/>
            <a:ext cx="379229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Rectangle 13"/>
          <p:cNvSpPr/>
          <p:nvPr/>
        </p:nvSpPr>
        <p:spPr>
          <a:xfrm>
            <a:off x="571499" y="4894262"/>
            <a:ext cx="2810472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Rectangle 14"/>
          <p:cNvSpPr/>
          <p:nvPr/>
        </p:nvSpPr>
        <p:spPr>
          <a:xfrm>
            <a:off x="3381969" y="4894262"/>
            <a:ext cx="4446241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Rectangle 15"/>
          <p:cNvSpPr/>
          <p:nvPr/>
        </p:nvSpPr>
        <p:spPr>
          <a:xfrm>
            <a:off x="7828209" y="4894262"/>
            <a:ext cx="379229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498" y="1447751"/>
            <a:ext cx="3492550" cy="25601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74711" y="1447751"/>
            <a:ext cx="3492550" cy="25601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977924" y="1447751"/>
            <a:ext cx="3492550" cy="2560142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TextBox 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Test Edilen Kullanıcı Senaryoları</a:t>
            </a:r>
          </a:p>
        </p:txBody>
      </p:sp>
      <p:sp>
        <p:nvSpPr>
          <p:cNvPr id="151" name="Rectangle 5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52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66773" y="1743026"/>
            <a:ext cx="666751" cy="666751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TextBox 7"/>
          <p:cNvSpPr txBox="1"/>
          <p:nvPr/>
        </p:nvSpPr>
        <p:spPr>
          <a:xfrm>
            <a:off x="866773" y="2600276"/>
            <a:ext cx="30471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US01 - Login</a:t>
            </a:r>
          </a:p>
        </p:txBody>
      </p:sp>
      <p:sp>
        <p:nvSpPr>
          <p:cNvPr id="154" name="TextBox 8"/>
          <p:cNvSpPr txBox="1"/>
          <p:nvPr/>
        </p:nvSpPr>
        <p:spPr>
          <a:xfrm>
            <a:off x="866773" y="2981276"/>
            <a:ext cx="2902000" cy="7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Kayıt olma (Sign up), başarılı/başarısız giriş yapma (Login) ve şifre doğrulama akışlarının test edilmesi.</a:t>
            </a:r>
          </a:p>
        </p:txBody>
      </p:sp>
      <p:pic>
        <p:nvPicPr>
          <p:cNvPr id="155" name="Picture 9" descr="Picture 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569986" y="1743026"/>
            <a:ext cx="666751" cy="666751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TextBox 10"/>
          <p:cNvSpPr txBox="1"/>
          <p:nvPr/>
        </p:nvSpPr>
        <p:spPr>
          <a:xfrm>
            <a:off x="4569986" y="2600276"/>
            <a:ext cx="30471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US02 - Search</a:t>
            </a:r>
          </a:p>
        </p:txBody>
      </p:sp>
      <p:sp>
        <p:nvSpPr>
          <p:cNvPr id="157" name="TextBox 11"/>
          <p:cNvSpPr txBox="1"/>
          <p:nvPr/>
        </p:nvSpPr>
        <p:spPr>
          <a:xfrm>
            <a:off x="4569986" y="2981276"/>
            <a:ext cx="2902000" cy="7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Kategori seçimi, yazar/kitap adı arama ve sonuçların filtrelenerek doğru ürünün listelenmesi.</a:t>
            </a:r>
          </a:p>
        </p:txBody>
      </p:sp>
      <p:pic>
        <p:nvPicPr>
          <p:cNvPr id="158" name="Picture 12" descr="Picture 1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273199" y="1743026"/>
            <a:ext cx="666751" cy="666751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TextBox 13"/>
          <p:cNvSpPr txBox="1"/>
          <p:nvPr/>
        </p:nvSpPr>
        <p:spPr>
          <a:xfrm>
            <a:off x="8273199" y="2600276"/>
            <a:ext cx="30471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US03 - Product Detail</a:t>
            </a:r>
          </a:p>
        </p:txBody>
      </p:sp>
      <p:sp>
        <p:nvSpPr>
          <p:cNvPr id="160" name="TextBox 14"/>
          <p:cNvSpPr txBox="1"/>
          <p:nvPr/>
        </p:nvSpPr>
        <p:spPr>
          <a:xfrm>
            <a:off x="8273199" y="2981276"/>
            <a:ext cx="2902000" cy="469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Ürün detay sayfası ve ürün bilgileri doğrulamaları</a:t>
            </a:r>
          </a:p>
        </p:txBody>
      </p:sp>
      <p:pic>
        <p:nvPicPr>
          <p:cNvPr id="161" name="Picture 15" descr="Picture 1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985835" y="1904951"/>
            <a:ext cx="428626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Picture 16" descr="Picture 16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731911" y="1904951"/>
            <a:ext cx="3429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498" y="4131669"/>
            <a:ext cx="3492550" cy="25601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74711" y="4131669"/>
            <a:ext cx="3492550" cy="25601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977924" y="4131669"/>
            <a:ext cx="3492550" cy="25601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66773" y="4426944"/>
            <a:ext cx="666751" cy="666751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Box 7"/>
          <p:cNvSpPr txBox="1"/>
          <p:nvPr/>
        </p:nvSpPr>
        <p:spPr>
          <a:xfrm>
            <a:off x="866773" y="5284194"/>
            <a:ext cx="30471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US04 - Cart</a:t>
            </a:r>
          </a:p>
        </p:txBody>
      </p:sp>
      <p:sp>
        <p:nvSpPr>
          <p:cNvPr id="168" name="TextBox 8"/>
          <p:cNvSpPr txBox="1"/>
          <p:nvPr/>
        </p:nvSpPr>
        <p:spPr>
          <a:xfrm>
            <a:off x="866773" y="5665194"/>
            <a:ext cx="2902000" cy="7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Ürünü sepete ekleme, adet güncelleme, sepetten ürün silme ve toplam tutar doğrulama adımları.</a:t>
            </a:r>
          </a:p>
        </p:txBody>
      </p:sp>
      <p:pic>
        <p:nvPicPr>
          <p:cNvPr id="169" name="Picture 9" descr="Picture 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569986" y="4426944"/>
            <a:ext cx="666751" cy="666751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TextBox 10"/>
          <p:cNvSpPr txBox="1"/>
          <p:nvPr/>
        </p:nvSpPr>
        <p:spPr>
          <a:xfrm>
            <a:off x="4569986" y="5284194"/>
            <a:ext cx="30471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US05 - Payment</a:t>
            </a:r>
          </a:p>
        </p:txBody>
      </p:sp>
      <p:sp>
        <p:nvSpPr>
          <p:cNvPr id="171" name="TextBox 11"/>
          <p:cNvSpPr txBox="1"/>
          <p:nvPr/>
        </p:nvSpPr>
        <p:spPr>
          <a:xfrm>
            <a:off x="4569986" y="5665194"/>
            <a:ext cx="2902000" cy="469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Kargo, ödeme seçenekleri ve ödeme formu</a:t>
            </a:r>
          </a:p>
        </p:txBody>
      </p:sp>
      <p:pic>
        <p:nvPicPr>
          <p:cNvPr id="172" name="Picture 12" descr="Picture 1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273199" y="4426944"/>
            <a:ext cx="666751" cy="666751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TextBox 13"/>
          <p:cNvSpPr txBox="1"/>
          <p:nvPr/>
        </p:nvSpPr>
        <p:spPr>
          <a:xfrm>
            <a:off x="8273199" y="5284194"/>
            <a:ext cx="30471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US05 - Guest Purchase</a:t>
            </a:r>
          </a:p>
        </p:txBody>
      </p:sp>
      <p:sp>
        <p:nvSpPr>
          <p:cNvPr id="174" name="TextBox 14"/>
          <p:cNvSpPr txBox="1"/>
          <p:nvPr/>
        </p:nvSpPr>
        <p:spPr>
          <a:xfrm>
            <a:off x="8273199" y="5665194"/>
            <a:ext cx="2902000" cy="228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Üye olmadan satın alma akışı</a:t>
            </a:r>
          </a:p>
        </p:txBody>
      </p:sp>
      <p:sp>
        <p:nvSpPr>
          <p:cNvPr id="175" name="Cash"/>
          <p:cNvSpPr/>
          <p:nvPr/>
        </p:nvSpPr>
        <p:spPr>
          <a:xfrm>
            <a:off x="4649694" y="4652369"/>
            <a:ext cx="526383" cy="215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2007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3019" y="1846"/>
                </a:moveTo>
                <a:lnTo>
                  <a:pt x="9380" y="1846"/>
                </a:lnTo>
                <a:cubicBezTo>
                  <a:pt x="8379" y="3482"/>
                  <a:pt x="7686" y="6872"/>
                  <a:pt x="7686" y="10802"/>
                </a:cubicBezTo>
                <a:cubicBezTo>
                  <a:pt x="7686" y="14732"/>
                  <a:pt x="8379" y="18118"/>
                  <a:pt x="9380" y="19754"/>
                </a:cubicBezTo>
                <a:lnTo>
                  <a:pt x="3019" y="19754"/>
                </a:lnTo>
                <a:cubicBezTo>
                  <a:pt x="2835" y="16931"/>
                  <a:pt x="1920" y="14704"/>
                  <a:pt x="762" y="14256"/>
                </a:cubicBezTo>
                <a:lnTo>
                  <a:pt x="762" y="7344"/>
                </a:lnTo>
                <a:cubicBezTo>
                  <a:pt x="1920" y="6896"/>
                  <a:pt x="2835" y="4669"/>
                  <a:pt x="3019" y="1846"/>
                </a:cubicBezTo>
                <a:close/>
                <a:moveTo>
                  <a:pt x="12080" y="1846"/>
                </a:moveTo>
                <a:lnTo>
                  <a:pt x="18581" y="1846"/>
                </a:lnTo>
                <a:cubicBezTo>
                  <a:pt x="18765" y="4669"/>
                  <a:pt x="19678" y="6896"/>
                  <a:pt x="20836" y="7344"/>
                </a:cubicBezTo>
                <a:lnTo>
                  <a:pt x="20836" y="14256"/>
                </a:lnTo>
                <a:cubicBezTo>
                  <a:pt x="19678" y="14704"/>
                  <a:pt x="18765" y="16931"/>
                  <a:pt x="18581" y="19754"/>
                </a:cubicBezTo>
                <a:lnTo>
                  <a:pt x="12080" y="19754"/>
                </a:lnTo>
                <a:cubicBezTo>
                  <a:pt x="13080" y="18118"/>
                  <a:pt x="13772" y="14732"/>
                  <a:pt x="13772" y="10802"/>
                </a:cubicBezTo>
                <a:cubicBezTo>
                  <a:pt x="13772" y="6872"/>
                  <a:pt x="13080" y="3482"/>
                  <a:pt x="12080" y="1846"/>
                </a:cubicBezTo>
                <a:close/>
                <a:moveTo>
                  <a:pt x="4544" y="7884"/>
                </a:moveTo>
                <a:cubicBezTo>
                  <a:pt x="4232" y="7884"/>
                  <a:pt x="3921" y="8174"/>
                  <a:pt x="3683" y="8754"/>
                </a:cubicBezTo>
                <a:cubicBezTo>
                  <a:pt x="3208" y="9913"/>
                  <a:pt x="3208" y="11795"/>
                  <a:pt x="3683" y="12953"/>
                </a:cubicBezTo>
                <a:cubicBezTo>
                  <a:pt x="4159" y="14112"/>
                  <a:pt x="4929" y="14112"/>
                  <a:pt x="5404" y="12953"/>
                </a:cubicBezTo>
                <a:cubicBezTo>
                  <a:pt x="5880" y="11795"/>
                  <a:pt x="5880" y="9913"/>
                  <a:pt x="5404" y="8754"/>
                </a:cubicBezTo>
                <a:cubicBezTo>
                  <a:pt x="5167" y="8174"/>
                  <a:pt x="4855" y="7884"/>
                  <a:pt x="4544" y="7884"/>
                </a:cubicBezTo>
                <a:close/>
                <a:moveTo>
                  <a:pt x="16914" y="7884"/>
                </a:moveTo>
                <a:cubicBezTo>
                  <a:pt x="16603" y="7884"/>
                  <a:pt x="16291" y="8174"/>
                  <a:pt x="16054" y="8754"/>
                </a:cubicBezTo>
                <a:cubicBezTo>
                  <a:pt x="15578" y="9913"/>
                  <a:pt x="15578" y="11795"/>
                  <a:pt x="16054" y="12953"/>
                </a:cubicBezTo>
                <a:cubicBezTo>
                  <a:pt x="16529" y="14112"/>
                  <a:pt x="17301" y="14112"/>
                  <a:pt x="17776" y="12953"/>
                </a:cubicBezTo>
                <a:cubicBezTo>
                  <a:pt x="18252" y="11795"/>
                  <a:pt x="18252" y="9913"/>
                  <a:pt x="17776" y="8754"/>
                </a:cubicBezTo>
                <a:cubicBezTo>
                  <a:pt x="17539" y="8174"/>
                  <a:pt x="17226" y="7884"/>
                  <a:pt x="16914" y="7884"/>
                </a:cubicBezTo>
                <a:close/>
              </a:path>
            </a:pathLst>
          </a:custGeom>
          <a:solidFill>
            <a:srgbClr val="7C3A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76" name="Picture 17" descr="Picture 17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004885" y="4588869"/>
            <a:ext cx="390526" cy="342901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Book"/>
          <p:cNvSpPr/>
          <p:nvPr/>
        </p:nvSpPr>
        <p:spPr>
          <a:xfrm>
            <a:off x="8435606" y="1937610"/>
            <a:ext cx="341937" cy="2775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8703"/>
                </a:lnTo>
                <a:lnTo>
                  <a:pt x="0" y="17407"/>
                </a:lnTo>
                <a:cubicBezTo>
                  <a:pt x="7892" y="17407"/>
                  <a:pt x="10521" y="21600"/>
                  <a:pt x="10521" y="21600"/>
                </a:cubicBezTo>
                <a:lnTo>
                  <a:pt x="10521" y="13417"/>
                </a:lnTo>
                <a:lnTo>
                  <a:pt x="10521" y="5233"/>
                </a:lnTo>
                <a:cubicBezTo>
                  <a:pt x="10521" y="5233"/>
                  <a:pt x="7892" y="0"/>
                  <a:pt x="0" y="0"/>
                </a:cubicBezTo>
                <a:close/>
                <a:moveTo>
                  <a:pt x="21600" y="0"/>
                </a:moveTo>
                <a:cubicBezTo>
                  <a:pt x="13708" y="0"/>
                  <a:pt x="11079" y="5233"/>
                  <a:pt x="11079" y="5233"/>
                </a:cubicBezTo>
                <a:lnTo>
                  <a:pt x="11079" y="13417"/>
                </a:lnTo>
                <a:lnTo>
                  <a:pt x="11079" y="21600"/>
                </a:lnTo>
                <a:cubicBezTo>
                  <a:pt x="11079" y="21600"/>
                  <a:pt x="13708" y="17407"/>
                  <a:pt x="21600" y="17407"/>
                </a:cubicBezTo>
                <a:lnTo>
                  <a:pt x="21600" y="8703"/>
                </a:lnTo>
                <a:lnTo>
                  <a:pt x="21600" y="0"/>
                </a:lnTo>
                <a:close/>
              </a:path>
            </a:pathLst>
          </a:custGeom>
          <a:solidFill>
            <a:srgbClr val="7C3A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Head with Shoulders"/>
          <p:cNvSpPr/>
          <p:nvPr/>
        </p:nvSpPr>
        <p:spPr>
          <a:xfrm>
            <a:off x="8392262" y="4574644"/>
            <a:ext cx="428626" cy="3713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rgbClr val="7C3A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1604288"/>
            <a:ext cx="3555951" cy="17219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17950" y="1604288"/>
            <a:ext cx="3555951" cy="17219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64400" y="1604288"/>
            <a:ext cx="3556100" cy="172194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Box 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Kullanılan Teknolojiler ve Mimari</a:t>
            </a:r>
          </a:p>
        </p:txBody>
      </p:sp>
      <p:sp>
        <p:nvSpPr>
          <p:cNvPr id="184" name="Rectangle 5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85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111275" y="1842413"/>
            <a:ext cx="476251" cy="381001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TextBox 7"/>
          <p:cNvSpPr txBox="1"/>
          <p:nvPr/>
        </p:nvSpPr>
        <p:spPr>
          <a:xfrm>
            <a:off x="732632" y="2366288"/>
            <a:ext cx="323368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Cypress &amp; JavaScript</a:t>
            </a:r>
          </a:p>
        </p:txBody>
      </p:sp>
      <p:sp>
        <p:nvSpPr>
          <p:cNvPr id="187" name="TextBox 8"/>
          <p:cNvSpPr txBox="1"/>
          <p:nvPr/>
        </p:nvSpPr>
        <p:spPr>
          <a:xfrm>
            <a:off x="809625" y="2661563"/>
            <a:ext cx="3079701" cy="394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0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Hızlı, modern ve tarayıcı tabanlı uçtan uca test framework altyapısı.</a:t>
            </a:r>
          </a:p>
        </p:txBody>
      </p:sp>
      <p:pic>
        <p:nvPicPr>
          <p:cNvPr id="188" name="Picture 9" descr="Picture 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881538" y="1842413"/>
            <a:ext cx="428626" cy="381001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TextBox 10"/>
          <p:cNvSpPr txBox="1"/>
          <p:nvPr/>
        </p:nvSpPr>
        <p:spPr>
          <a:xfrm>
            <a:off x="4479082" y="2366288"/>
            <a:ext cx="323368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Page Object Model</a:t>
            </a:r>
          </a:p>
        </p:txBody>
      </p:sp>
      <p:sp>
        <p:nvSpPr>
          <p:cNvPr id="190" name="TextBox 11"/>
          <p:cNvSpPr txBox="1"/>
          <p:nvPr/>
        </p:nvSpPr>
        <p:spPr>
          <a:xfrm>
            <a:off x="4556075" y="2661563"/>
            <a:ext cx="3079701" cy="394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0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Kod tekrarını önleyen, bakım maliyetini düşüren modüler tasarım deseni.</a:t>
            </a:r>
          </a:p>
        </p:txBody>
      </p:sp>
      <p:pic>
        <p:nvPicPr>
          <p:cNvPr id="191" name="Picture 12" descr="Picture 1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604325" y="1842413"/>
            <a:ext cx="476251" cy="381001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TextBox 13"/>
          <p:cNvSpPr txBox="1"/>
          <p:nvPr/>
        </p:nvSpPr>
        <p:spPr>
          <a:xfrm>
            <a:off x="8225529" y="2366288"/>
            <a:ext cx="323384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CI/CD Pipeline</a:t>
            </a:r>
          </a:p>
        </p:txBody>
      </p:sp>
      <p:sp>
        <p:nvSpPr>
          <p:cNvPr id="193" name="TextBox 14"/>
          <p:cNvSpPr txBox="1"/>
          <p:nvPr/>
        </p:nvSpPr>
        <p:spPr>
          <a:xfrm>
            <a:off x="8302525" y="2661563"/>
            <a:ext cx="3079850" cy="394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0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Otomatik test koşumları ve sürekli entegrasyon süreçleri.</a:t>
            </a:r>
          </a:p>
        </p:txBody>
      </p:sp>
      <p:pic>
        <p:nvPicPr>
          <p:cNvPr id="1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3907077"/>
            <a:ext cx="3555951" cy="17219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17950" y="3907077"/>
            <a:ext cx="3555951" cy="17219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64400" y="3907077"/>
            <a:ext cx="3556100" cy="1721942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extBox 7"/>
          <p:cNvSpPr txBox="1"/>
          <p:nvPr/>
        </p:nvSpPr>
        <p:spPr>
          <a:xfrm>
            <a:off x="732632" y="4669077"/>
            <a:ext cx="323368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VS Code</a:t>
            </a:r>
          </a:p>
        </p:txBody>
      </p:sp>
      <p:sp>
        <p:nvSpPr>
          <p:cNvPr id="198" name="TextBox 8"/>
          <p:cNvSpPr txBox="1"/>
          <p:nvPr/>
        </p:nvSpPr>
        <p:spPr>
          <a:xfrm>
            <a:off x="809625" y="4964352"/>
            <a:ext cx="3079701" cy="394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0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Hızlı, modern ve tarayıcı tabanlı uçtan uca test framework altyapısı.</a:t>
            </a:r>
          </a:p>
        </p:txBody>
      </p:sp>
      <p:sp>
        <p:nvSpPr>
          <p:cNvPr id="199" name="TextBox 10"/>
          <p:cNvSpPr txBox="1"/>
          <p:nvPr/>
        </p:nvSpPr>
        <p:spPr>
          <a:xfrm>
            <a:off x="4479082" y="4669077"/>
            <a:ext cx="323368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Git / Github</a:t>
            </a:r>
          </a:p>
        </p:txBody>
      </p:sp>
      <p:sp>
        <p:nvSpPr>
          <p:cNvPr id="200" name="TextBox 11"/>
          <p:cNvSpPr txBox="1"/>
          <p:nvPr/>
        </p:nvSpPr>
        <p:spPr>
          <a:xfrm>
            <a:off x="4556075" y="4964352"/>
            <a:ext cx="3079701" cy="394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0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Kod tekrarını önleyen, bakım maliyetini düşüren modüler tasarım deseni.</a:t>
            </a:r>
          </a:p>
        </p:txBody>
      </p:sp>
      <p:sp>
        <p:nvSpPr>
          <p:cNvPr id="201" name="TextBox 13"/>
          <p:cNvSpPr txBox="1"/>
          <p:nvPr/>
        </p:nvSpPr>
        <p:spPr>
          <a:xfrm>
            <a:off x="8225529" y="4669077"/>
            <a:ext cx="323384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Node.js</a:t>
            </a:r>
          </a:p>
        </p:txBody>
      </p:sp>
      <p:sp>
        <p:nvSpPr>
          <p:cNvPr id="202" name="TextBox 14"/>
          <p:cNvSpPr txBox="1"/>
          <p:nvPr/>
        </p:nvSpPr>
        <p:spPr>
          <a:xfrm>
            <a:off x="8302525" y="4964352"/>
            <a:ext cx="3079850" cy="394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0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Otomatik test koşumları ve sürekli entegrasyon süreçleri.</a:t>
            </a:r>
          </a:p>
        </p:txBody>
      </p:sp>
      <p:pic>
        <p:nvPicPr>
          <p:cNvPr id="203" name="yapıştırılan-görüntü.tiff" descr="yapıştırılan-görüntü.tiff"/>
          <p:cNvPicPr>
            <a:picLocks noChangeAspect="1"/>
          </p:cNvPicPr>
          <p:nvPr/>
        </p:nvPicPr>
        <p:blipFill>
          <a:blip r:embed="rId8">
            <a:extLst/>
          </a:blip>
          <a:srcRect l="5838" t="6058" r="5813" b="5874"/>
          <a:stretch>
            <a:fillRect/>
          </a:stretch>
        </p:blipFill>
        <p:spPr>
          <a:xfrm>
            <a:off x="2132718" y="4123256"/>
            <a:ext cx="426577" cy="4252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6" h="21595" fill="norm" stroke="1" extrusionOk="0">
                <a:moveTo>
                  <a:pt x="15380" y="0"/>
                </a:moveTo>
                <a:cubicBezTo>
                  <a:pt x="15024" y="0"/>
                  <a:pt x="14868" y="11"/>
                  <a:pt x="14758" y="40"/>
                </a:cubicBezTo>
                <a:cubicBezTo>
                  <a:pt x="14607" y="80"/>
                  <a:pt x="14360" y="197"/>
                  <a:pt x="14296" y="262"/>
                </a:cubicBezTo>
                <a:cubicBezTo>
                  <a:pt x="14276" y="282"/>
                  <a:pt x="14239" y="302"/>
                  <a:pt x="14216" y="302"/>
                </a:cubicBezTo>
                <a:cubicBezTo>
                  <a:pt x="14192" y="302"/>
                  <a:pt x="14086" y="390"/>
                  <a:pt x="13995" y="483"/>
                </a:cubicBezTo>
                <a:cubicBezTo>
                  <a:pt x="13903" y="577"/>
                  <a:pt x="13807" y="667"/>
                  <a:pt x="13774" y="685"/>
                </a:cubicBezTo>
                <a:cubicBezTo>
                  <a:pt x="13740" y="703"/>
                  <a:pt x="13618" y="802"/>
                  <a:pt x="13493" y="927"/>
                </a:cubicBezTo>
                <a:cubicBezTo>
                  <a:pt x="13367" y="1052"/>
                  <a:pt x="13245" y="1169"/>
                  <a:pt x="13231" y="1169"/>
                </a:cubicBezTo>
                <a:cubicBezTo>
                  <a:pt x="13218" y="1169"/>
                  <a:pt x="13101" y="1276"/>
                  <a:pt x="12970" y="1411"/>
                </a:cubicBezTo>
                <a:cubicBezTo>
                  <a:pt x="12839" y="1545"/>
                  <a:pt x="12720" y="1652"/>
                  <a:pt x="12709" y="1652"/>
                </a:cubicBezTo>
                <a:cubicBezTo>
                  <a:pt x="12699" y="1652"/>
                  <a:pt x="12594" y="1751"/>
                  <a:pt x="12468" y="1874"/>
                </a:cubicBezTo>
                <a:cubicBezTo>
                  <a:pt x="12343" y="1997"/>
                  <a:pt x="12206" y="2113"/>
                  <a:pt x="12167" y="2136"/>
                </a:cubicBezTo>
                <a:cubicBezTo>
                  <a:pt x="12128" y="2160"/>
                  <a:pt x="12006" y="2277"/>
                  <a:pt x="11886" y="2398"/>
                </a:cubicBezTo>
                <a:cubicBezTo>
                  <a:pt x="11766" y="2519"/>
                  <a:pt x="11648" y="2627"/>
                  <a:pt x="11625" y="2640"/>
                </a:cubicBezTo>
                <a:cubicBezTo>
                  <a:pt x="11579" y="2665"/>
                  <a:pt x="11257" y="2963"/>
                  <a:pt x="10842" y="3366"/>
                </a:cubicBezTo>
                <a:cubicBezTo>
                  <a:pt x="10699" y="3504"/>
                  <a:pt x="10575" y="3607"/>
                  <a:pt x="10560" y="3607"/>
                </a:cubicBezTo>
                <a:cubicBezTo>
                  <a:pt x="10546" y="3607"/>
                  <a:pt x="10483" y="3664"/>
                  <a:pt x="10420" y="3728"/>
                </a:cubicBezTo>
                <a:cubicBezTo>
                  <a:pt x="10357" y="3792"/>
                  <a:pt x="10297" y="3854"/>
                  <a:pt x="10279" y="3870"/>
                </a:cubicBezTo>
                <a:cubicBezTo>
                  <a:pt x="10262" y="3885"/>
                  <a:pt x="10212" y="3931"/>
                  <a:pt x="10179" y="3970"/>
                </a:cubicBezTo>
                <a:cubicBezTo>
                  <a:pt x="10145" y="4009"/>
                  <a:pt x="10085" y="4079"/>
                  <a:pt x="10038" y="4111"/>
                </a:cubicBezTo>
                <a:cubicBezTo>
                  <a:pt x="9954" y="4169"/>
                  <a:pt x="9774" y="4321"/>
                  <a:pt x="9275" y="4797"/>
                </a:cubicBezTo>
                <a:cubicBezTo>
                  <a:pt x="9135" y="4930"/>
                  <a:pt x="9000" y="5045"/>
                  <a:pt x="8974" y="5059"/>
                </a:cubicBezTo>
                <a:cubicBezTo>
                  <a:pt x="8948" y="5073"/>
                  <a:pt x="8818" y="5195"/>
                  <a:pt x="8693" y="5321"/>
                </a:cubicBezTo>
                <a:cubicBezTo>
                  <a:pt x="8568" y="5446"/>
                  <a:pt x="8455" y="5555"/>
                  <a:pt x="8432" y="5563"/>
                </a:cubicBezTo>
                <a:cubicBezTo>
                  <a:pt x="8408" y="5570"/>
                  <a:pt x="8295" y="5656"/>
                  <a:pt x="8191" y="5764"/>
                </a:cubicBezTo>
                <a:cubicBezTo>
                  <a:pt x="8086" y="5872"/>
                  <a:pt x="8000" y="5966"/>
                  <a:pt x="7990" y="5966"/>
                </a:cubicBezTo>
                <a:cubicBezTo>
                  <a:pt x="7980" y="5966"/>
                  <a:pt x="7840" y="6099"/>
                  <a:pt x="7689" y="6248"/>
                </a:cubicBezTo>
                <a:cubicBezTo>
                  <a:pt x="7537" y="6396"/>
                  <a:pt x="7400" y="6510"/>
                  <a:pt x="7387" y="6510"/>
                </a:cubicBezTo>
                <a:cubicBezTo>
                  <a:pt x="7374" y="6510"/>
                  <a:pt x="7254" y="6603"/>
                  <a:pt x="7126" y="6732"/>
                </a:cubicBezTo>
                <a:cubicBezTo>
                  <a:pt x="6998" y="6860"/>
                  <a:pt x="6896" y="6973"/>
                  <a:pt x="6885" y="6973"/>
                </a:cubicBezTo>
                <a:cubicBezTo>
                  <a:pt x="6874" y="6973"/>
                  <a:pt x="6817" y="7024"/>
                  <a:pt x="6765" y="7074"/>
                </a:cubicBezTo>
                <a:cubicBezTo>
                  <a:pt x="6586" y="7246"/>
                  <a:pt x="6602" y="7234"/>
                  <a:pt x="6504" y="7135"/>
                </a:cubicBezTo>
                <a:cubicBezTo>
                  <a:pt x="6455" y="7086"/>
                  <a:pt x="6397" y="7054"/>
                  <a:pt x="6383" y="7054"/>
                </a:cubicBezTo>
                <a:cubicBezTo>
                  <a:pt x="6369" y="7054"/>
                  <a:pt x="6318" y="7000"/>
                  <a:pt x="6263" y="6953"/>
                </a:cubicBezTo>
                <a:cubicBezTo>
                  <a:pt x="6105" y="6819"/>
                  <a:pt x="6099" y="6822"/>
                  <a:pt x="6022" y="6772"/>
                </a:cubicBezTo>
                <a:cubicBezTo>
                  <a:pt x="5982" y="6746"/>
                  <a:pt x="5920" y="6710"/>
                  <a:pt x="5901" y="6691"/>
                </a:cubicBezTo>
                <a:cubicBezTo>
                  <a:pt x="5882" y="6672"/>
                  <a:pt x="5829" y="6622"/>
                  <a:pt x="5781" y="6590"/>
                </a:cubicBezTo>
                <a:cubicBezTo>
                  <a:pt x="5732" y="6559"/>
                  <a:pt x="5670" y="6518"/>
                  <a:pt x="5640" y="6490"/>
                </a:cubicBezTo>
                <a:cubicBezTo>
                  <a:pt x="5610" y="6461"/>
                  <a:pt x="5573" y="6429"/>
                  <a:pt x="5560" y="6429"/>
                </a:cubicBezTo>
                <a:cubicBezTo>
                  <a:pt x="5546" y="6429"/>
                  <a:pt x="5521" y="6401"/>
                  <a:pt x="5499" y="6369"/>
                </a:cubicBezTo>
                <a:cubicBezTo>
                  <a:pt x="5478" y="6336"/>
                  <a:pt x="5439" y="6305"/>
                  <a:pt x="5399" y="6288"/>
                </a:cubicBezTo>
                <a:cubicBezTo>
                  <a:pt x="5359" y="6272"/>
                  <a:pt x="5319" y="6258"/>
                  <a:pt x="5319" y="6248"/>
                </a:cubicBezTo>
                <a:cubicBezTo>
                  <a:pt x="5319" y="6238"/>
                  <a:pt x="5277" y="6203"/>
                  <a:pt x="5238" y="6187"/>
                </a:cubicBezTo>
                <a:cubicBezTo>
                  <a:pt x="5200" y="6171"/>
                  <a:pt x="5164" y="6136"/>
                  <a:pt x="5138" y="6107"/>
                </a:cubicBezTo>
                <a:cubicBezTo>
                  <a:pt x="5112" y="6077"/>
                  <a:pt x="5055" y="6033"/>
                  <a:pt x="5017" y="6006"/>
                </a:cubicBezTo>
                <a:cubicBezTo>
                  <a:pt x="4980" y="5979"/>
                  <a:pt x="4919" y="5922"/>
                  <a:pt x="4877" y="5885"/>
                </a:cubicBezTo>
                <a:cubicBezTo>
                  <a:pt x="4835" y="5848"/>
                  <a:pt x="4786" y="5825"/>
                  <a:pt x="4776" y="5825"/>
                </a:cubicBezTo>
                <a:cubicBezTo>
                  <a:pt x="4767" y="5825"/>
                  <a:pt x="4694" y="5771"/>
                  <a:pt x="4616" y="5704"/>
                </a:cubicBezTo>
                <a:cubicBezTo>
                  <a:pt x="4537" y="5636"/>
                  <a:pt x="4469" y="5583"/>
                  <a:pt x="4455" y="5583"/>
                </a:cubicBezTo>
                <a:cubicBezTo>
                  <a:pt x="4442" y="5583"/>
                  <a:pt x="4375" y="5537"/>
                  <a:pt x="4315" y="5482"/>
                </a:cubicBezTo>
                <a:cubicBezTo>
                  <a:pt x="4254" y="5427"/>
                  <a:pt x="4188" y="5359"/>
                  <a:pt x="4154" y="5341"/>
                </a:cubicBezTo>
                <a:cubicBezTo>
                  <a:pt x="4120" y="5323"/>
                  <a:pt x="4073" y="5288"/>
                  <a:pt x="4053" y="5260"/>
                </a:cubicBezTo>
                <a:cubicBezTo>
                  <a:pt x="4034" y="5232"/>
                  <a:pt x="3997" y="5200"/>
                  <a:pt x="3973" y="5200"/>
                </a:cubicBezTo>
                <a:cubicBezTo>
                  <a:pt x="3950" y="5200"/>
                  <a:pt x="3906" y="5184"/>
                  <a:pt x="3893" y="5159"/>
                </a:cubicBezTo>
                <a:cubicBezTo>
                  <a:pt x="3852" y="5083"/>
                  <a:pt x="3274" y="4817"/>
                  <a:pt x="3150" y="4817"/>
                </a:cubicBezTo>
                <a:cubicBezTo>
                  <a:pt x="3123" y="4817"/>
                  <a:pt x="3084" y="4811"/>
                  <a:pt x="3069" y="4797"/>
                </a:cubicBezTo>
                <a:cubicBezTo>
                  <a:pt x="3002" y="4729"/>
                  <a:pt x="2217" y="4812"/>
                  <a:pt x="2126" y="4897"/>
                </a:cubicBezTo>
                <a:cubicBezTo>
                  <a:pt x="2113" y="4909"/>
                  <a:pt x="2086" y="4918"/>
                  <a:pt x="2065" y="4918"/>
                </a:cubicBezTo>
                <a:cubicBezTo>
                  <a:pt x="2018" y="4918"/>
                  <a:pt x="1728" y="5064"/>
                  <a:pt x="1704" y="5099"/>
                </a:cubicBezTo>
                <a:cubicBezTo>
                  <a:pt x="1694" y="5113"/>
                  <a:pt x="1684" y="5111"/>
                  <a:pt x="1684" y="5099"/>
                </a:cubicBezTo>
                <a:cubicBezTo>
                  <a:pt x="1683" y="5087"/>
                  <a:pt x="1621" y="5127"/>
                  <a:pt x="1563" y="5180"/>
                </a:cubicBezTo>
                <a:cubicBezTo>
                  <a:pt x="1505" y="5232"/>
                  <a:pt x="1434" y="5300"/>
                  <a:pt x="1382" y="5341"/>
                </a:cubicBezTo>
                <a:cubicBezTo>
                  <a:pt x="1166" y="5512"/>
                  <a:pt x="1078" y="5584"/>
                  <a:pt x="941" y="5724"/>
                </a:cubicBezTo>
                <a:cubicBezTo>
                  <a:pt x="861" y="5805"/>
                  <a:pt x="793" y="5865"/>
                  <a:pt x="780" y="5865"/>
                </a:cubicBezTo>
                <a:cubicBezTo>
                  <a:pt x="767" y="5865"/>
                  <a:pt x="678" y="5949"/>
                  <a:pt x="579" y="6046"/>
                </a:cubicBezTo>
                <a:cubicBezTo>
                  <a:pt x="372" y="6251"/>
                  <a:pt x="118" y="6656"/>
                  <a:pt x="97" y="6812"/>
                </a:cubicBezTo>
                <a:cubicBezTo>
                  <a:pt x="90" y="6866"/>
                  <a:pt x="69" y="6906"/>
                  <a:pt x="57" y="6913"/>
                </a:cubicBezTo>
                <a:cubicBezTo>
                  <a:pt x="45" y="6920"/>
                  <a:pt x="37" y="6970"/>
                  <a:pt x="37" y="7014"/>
                </a:cubicBezTo>
                <a:cubicBezTo>
                  <a:pt x="37" y="7057"/>
                  <a:pt x="31" y="7100"/>
                  <a:pt x="17" y="7115"/>
                </a:cubicBezTo>
                <a:cubicBezTo>
                  <a:pt x="-14" y="7145"/>
                  <a:pt x="0" y="7675"/>
                  <a:pt x="37" y="7860"/>
                </a:cubicBezTo>
                <a:cubicBezTo>
                  <a:pt x="73" y="8044"/>
                  <a:pt x="188" y="8340"/>
                  <a:pt x="258" y="8404"/>
                </a:cubicBezTo>
                <a:cubicBezTo>
                  <a:pt x="265" y="8411"/>
                  <a:pt x="288" y="8449"/>
                  <a:pt x="318" y="8505"/>
                </a:cubicBezTo>
                <a:cubicBezTo>
                  <a:pt x="374" y="8609"/>
                  <a:pt x="733" y="8981"/>
                  <a:pt x="860" y="9070"/>
                </a:cubicBezTo>
                <a:cubicBezTo>
                  <a:pt x="899" y="9097"/>
                  <a:pt x="1029" y="9220"/>
                  <a:pt x="1141" y="9332"/>
                </a:cubicBezTo>
                <a:cubicBezTo>
                  <a:pt x="1253" y="9443"/>
                  <a:pt x="1349" y="9533"/>
                  <a:pt x="1362" y="9533"/>
                </a:cubicBezTo>
                <a:cubicBezTo>
                  <a:pt x="1376" y="9533"/>
                  <a:pt x="1491" y="9623"/>
                  <a:pt x="1623" y="9755"/>
                </a:cubicBezTo>
                <a:cubicBezTo>
                  <a:pt x="1877" y="10007"/>
                  <a:pt x="1963" y="10098"/>
                  <a:pt x="1985" y="10098"/>
                </a:cubicBezTo>
                <a:cubicBezTo>
                  <a:pt x="1992" y="10098"/>
                  <a:pt x="2105" y="10198"/>
                  <a:pt x="2246" y="10339"/>
                </a:cubicBezTo>
                <a:cubicBezTo>
                  <a:pt x="2387" y="10481"/>
                  <a:pt x="2531" y="10601"/>
                  <a:pt x="2547" y="10601"/>
                </a:cubicBezTo>
                <a:cubicBezTo>
                  <a:pt x="2587" y="10601"/>
                  <a:pt x="2708" y="10740"/>
                  <a:pt x="2708" y="10783"/>
                </a:cubicBezTo>
                <a:cubicBezTo>
                  <a:pt x="2708" y="10814"/>
                  <a:pt x="2577" y="10932"/>
                  <a:pt x="2487" y="10984"/>
                </a:cubicBezTo>
                <a:cubicBezTo>
                  <a:pt x="2468" y="10996"/>
                  <a:pt x="2352" y="11099"/>
                  <a:pt x="2226" y="11226"/>
                </a:cubicBezTo>
                <a:cubicBezTo>
                  <a:pt x="2100" y="11353"/>
                  <a:pt x="1976" y="11468"/>
                  <a:pt x="1965" y="11468"/>
                </a:cubicBezTo>
                <a:cubicBezTo>
                  <a:pt x="1953" y="11468"/>
                  <a:pt x="1850" y="11561"/>
                  <a:pt x="1724" y="11690"/>
                </a:cubicBezTo>
                <a:cubicBezTo>
                  <a:pt x="1597" y="11818"/>
                  <a:pt x="1456" y="11954"/>
                  <a:pt x="1423" y="11972"/>
                </a:cubicBezTo>
                <a:cubicBezTo>
                  <a:pt x="1389" y="11990"/>
                  <a:pt x="1280" y="12098"/>
                  <a:pt x="1162" y="12214"/>
                </a:cubicBezTo>
                <a:cubicBezTo>
                  <a:pt x="1043" y="12330"/>
                  <a:pt x="932" y="12415"/>
                  <a:pt x="921" y="12415"/>
                </a:cubicBezTo>
                <a:cubicBezTo>
                  <a:pt x="894" y="12415"/>
                  <a:pt x="358" y="12953"/>
                  <a:pt x="358" y="12980"/>
                </a:cubicBezTo>
                <a:cubicBezTo>
                  <a:pt x="358" y="12991"/>
                  <a:pt x="338" y="13020"/>
                  <a:pt x="318" y="13040"/>
                </a:cubicBezTo>
                <a:cubicBezTo>
                  <a:pt x="228" y="13131"/>
                  <a:pt x="76" y="13487"/>
                  <a:pt x="37" y="13685"/>
                </a:cubicBezTo>
                <a:cubicBezTo>
                  <a:pt x="0" y="13871"/>
                  <a:pt x="-14" y="14400"/>
                  <a:pt x="17" y="14431"/>
                </a:cubicBezTo>
                <a:cubicBezTo>
                  <a:pt x="31" y="14445"/>
                  <a:pt x="37" y="14508"/>
                  <a:pt x="37" y="14552"/>
                </a:cubicBezTo>
                <a:cubicBezTo>
                  <a:pt x="37" y="14596"/>
                  <a:pt x="45" y="14625"/>
                  <a:pt x="57" y="14633"/>
                </a:cubicBezTo>
                <a:cubicBezTo>
                  <a:pt x="69" y="14640"/>
                  <a:pt x="88" y="14696"/>
                  <a:pt x="97" y="14753"/>
                </a:cubicBezTo>
                <a:cubicBezTo>
                  <a:pt x="120" y="14896"/>
                  <a:pt x="391" y="15323"/>
                  <a:pt x="539" y="15459"/>
                </a:cubicBezTo>
                <a:cubicBezTo>
                  <a:pt x="566" y="15484"/>
                  <a:pt x="640" y="15551"/>
                  <a:pt x="700" y="15600"/>
                </a:cubicBezTo>
                <a:cubicBezTo>
                  <a:pt x="759" y="15649"/>
                  <a:pt x="876" y="15758"/>
                  <a:pt x="961" y="15842"/>
                </a:cubicBezTo>
                <a:cubicBezTo>
                  <a:pt x="1045" y="15926"/>
                  <a:pt x="1128" y="16003"/>
                  <a:pt x="1141" y="16003"/>
                </a:cubicBezTo>
                <a:cubicBezTo>
                  <a:pt x="1155" y="16003"/>
                  <a:pt x="1204" y="16047"/>
                  <a:pt x="1262" y="16104"/>
                </a:cubicBezTo>
                <a:cubicBezTo>
                  <a:pt x="1513" y="16353"/>
                  <a:pt x="1941" y="16627"/>
                  <a:pt x="2065" y="16628"/>
                </a:cubicBezTo>
                <a:cubicBezTo>
                  <a:pt x="2086" y="16628"/>
                  <a:pt x="2113" y="16636"/>
                  <a:pt x="2126" y="16648"/>
                </a:cubicBezTo>
                <a:cubicBezTo>
                  <a:pt x="2182" y="16701"/>
                  <a:pt x="2484" y="16760"/>
                  <a:pt x="2748" y="16769"/>
                </a:cubicBezTo>
                <a:cubicBezTo>
                  <a:pt x="2987" y="16777"/>
                  <a:pt x="3065" y="16775"/>
                  <a:pt x="3210" y="16729"/>
                </a:cubicBezTo>
                <a:cubicBezTo>
                  <a:pt x="3441" y="16656"/>
                  <a:pt x="3863" y="16442"/>
                  <a:pt x="3893" y="16386"/>
                </a:cubicBezTo>
                <a:cubicBezTo>
                  <a:pt x="3906" y="16361"/>
                  <a:pt x="3935" y="16346"/>
                  <a:pt x="3953" y="16346"/>
                </a:cubicBezTo>
                <a:cubicBezTo>
                  <a:pt x="3971" y="16346"/>
                  <a:pt x="4015" y="16327"/>
                  <a:pt x="4033" y="16305"/>
                </a:cubicBezTo>
                <a:cubicBezTo>
                  <a:pt x="4052" y="16283"/>
                  <a:pt x="4103" y="16237"/>
                  <a:pt x="4154" y="16205"/>
                </a:cubicBezTo>
                <a:cubicBezTo>
                  <a:pt x="4205" y="16172"/>
                  <a:pt x="4285" y="16110"/>
                  <a:pt x="4335" y="16064"/>
                </a:cubicBezTo>
                <a:cubicBezTo>
                  <a:pt x="4384" y="16017"/>
                  <a:pt x="4441" y="15983"/>
                  <a:pt x="4455" y="15983"/>
                </a:cubicBezTo>
                <a:cubicBezTo>
                  <a:pt x="4469" y="15983"/>
                  <a:pt x="4537" y="15909"/>
                  <a:pt x="4616" y="15842"/>
                </a:cubicBezTo>
                <a:cubicBezTo>
                  <a:pt x="4694" y="15775"/>
                  <a:pt x="4767" y="15721"/>
                  <a:pt x="4776" y="15721"/>
                </a:cubicBezTo>
                <a:cubicBezTo>
                  <a:pt x="4785" y="15721"/>
                  <a:pt x="4818" y="15694"/>
                  <a:pt x="4857" y="15660"/>
                </a:cubicBezTo>
                <a:cubicBezTo>
                  <a:pt x="4896" y="15627"/>
                  <a:pt x="4949" y="15600"/>
                  <a:pt x="4957" y="15600"/>
                </a:cubicBezTo>
                <a:cubicBezTo>
                  <a:pt x="4965" y="15600"/>
                  <a:pt x="5019" y="15553"/>
                  <a:pt x="5078" y="15499"/>
                </a:cubicBezTo>
                <a:cubicBezTo>
                  <a:pt x="5136" y="15446"/>
                  <a:pt x="5189" y="15419"/>
                  <a:pt x="5198" y="15419"/>
                </a:cubicBezTo>
                <a:cubicBezTo>
                  <a:pt x="5207" y="15419"/>
                  <a:pt x="5244" y="15390"/>
                  <a:pt x="5279" y="15358"/>
                </a:cubicBezTo>
                <a:cubicBezTo>
                  <a:pt x="5313" y="15326"/>
                  <a:pt x="5366" y="15275"/>
                  <a:pt x="5399" y="15257"/>
                </a:cubicBezTo>
                <a:cubicBezTo>
                  <a:pt x="5432" y="15240"/>
                  <a:pt x="5473" y="15202"/>
                  <a:pt x="5499" y="15177"/>
                </a:cubicBezTo>
                <a:cubicBezTo>
                  <a:pt x="5590" y="15091"/>
                  <a:pt x="5783" y="14935"/>
                  <a:pt x="5801" y="14935"/>
                </a:cubicBezTo>
                <a:cubicBezTo>
                  <a:pt x="5810" y="14935"/>
                  <a:pt x="5847" y="14926"/>
                  <a:pt x="5881" y="14895"/>
                </a:cubicBezTo>
                <a:cubicBezTo>
                  <a:pt x="5915" y="14863"/>
                  <a:pt x="5982" y="14800"/>
                  <a:pt x="6022" y="14774"/>
                </a:cubicBezTo>
                <a:cubicBezTo>
                  <a:pt x="6099" y="14723"/>
                  <a:pt x="6105" y="14727"/>
                  <a:pt x="6263" y="14592"/>
                </a:cubicBezTo>
                <a:cubicBezTo>
                  <a:pt x="6318" y="14545"/>
                  <a:pt x="6369" y="14512"/>
                  <a:pt x="6383" y="14512"/>
                </a:cubicBezTo>
                <a:cubicBezTo>
                  <a:pt x="6397" y="14512"/>
                  <a:pt x="6457" y="14458"/>
                  <a:pt x="6504" y="14411"/>
                </a:cubicBezTo>
                <a:cubicBezTo>
                  <a:pt x="6551" y="14364"/>
                  <a:pt x="6606" y="14330"/>
                  <a:pt x="6624" y="14330"/>
                </a:cubicBezTo>
                <a:cubicBezTo>
                  <a:pt x="6643" y="14330"/>
                  <a:pt x="6773" y="14444"/>
                  <a:pt x="6925" y="14592"/>
                </a:cubicBezTo>
                <a:cubicBezTo>
                  <a:pt x="7077" y="14741"/>
                  <a:pt x="7214" y="14874"/>
                  <a:pt x="7227" y="14874"/>
                </a:cubicBezTo>
                <a:cubicBezTo>
                  <a:pt x="7239" y="14874"/>
                  <a:pt x="7355" y="14983"/>
                  <a:pt x="7488" y="15116"/>
                </a:cubicBezTo>
                <a:cubicBezTo>
                  <a:pt x="7620" y="15249"/>
                  <a:pt x="7734" y="15353"/>
                  <a:pt x="7749" y="15358"/>
                </a:cubicBezTo>
                <a:cubicBezTo>
                  <a:pt x="7764" y="15363"/>
                  <a:pt x="7885" y="15477"/>
                  <a:pt x="8010" y="15600"/>
                </a:cubicBezTo>
                <a:cubicBezTo>
                  <a:pt x="8134" y="15723"/>
                  <a:pt x="8291" y="15856"/>
                  <a:pt x="8351" y="15902"/>
                </a:cubicBezTo>
                <a:cubicBezTo>
                  <a:pt x="8412" y="15949"/>
                  <a:pt x="8538" y="16070"/>
                  <a:pt x="8632" y="16164"/>
                </a:cubicBezTo>
                <a:cubicBezTo>
                  <a:pt x="8727" y="16259"/>
                  <a:pt x="8814" y="16339"/>
                  <a:pt x="8833" y="16346"/>
                </a:cubicBezTo>
                <a:cubicBezTo>
                  <a:pt x="8852" y="16352"/>
                  <a:pt x="8966" y="16465"/>
                  <a:pt x="9094" y="16588"/>
                </a:cubicBezTo>
                <a:cubicBezTo>
                  <a:pt x="9452" y="16929"/>
                  <a:pt x="9898" y="17332"/>
                  <a:pt x="9998" y="17414"/>
                </a:cubicBezTo>
                <a:cubicBezTo>
                  <a:pt x="10121" y="17514"/>
                  <a:pt x="10259" y="17651"/>
                  <a:pt x="10259" y="17676"/>
                </a:cubicBezTo>
                <a:cubicBezTo>
                  <a:pt x="10259" y="17687"/>
                  <a:pt x="10260" y="17696"/>
                  <a:pt x="10279" y="17696"/>
                </a:cubicBezTo>
                <a:cubicBezTo>
                  <a:pt x="10299" y="17696"/>
                  <a:pt x="10342" y="17712"/>
                  <a:pt x="10360" y="17736"/>
                </a:cubicBezTo>
                <a:cubicBezTo>
                  <a:pt x="10377" y="17761"/>
                  <a:pt x="10403" y="17791"/>
                  <a:pt x="10420" y="17797"/>
                </a:cubicBezTo>
                <a:cubicBezTo>
                  <a:pt x="10436" y="17802"/>
                  <a:pt x="10548" y="17891"/>
                  <a:pt x="10661" y="17998"/>
                </a:cubicBezTo>
                <a:cubicBezTo>
                  <a:pt x="11189" y="18502"/>
                  <a:pt x="11368" y="18665"/>
                  <a:pt x="11424" y="18704"/>
                </a:cubicBezTo>
                <a:cubicBezTo>
                  <a:pt x="11458" y="18727"/>
                  <a:pt x="11589" y="18851"/>
                  <a:pt x="11705" y="18966"/>
                </a:cubicBezTo>
                <a:cubicBezTo>
                  <a:pt x="11821" y="19081"/>
                  <a:pt x="11948" y="19201"/>
                  <a:pt x="11986" y="19228"/>
                </a:cubicBezTo>
                <a:cubicBezTo>
                  <a:pt x="12063" y="19281"/>
                  <a:pt x="12415" y="19601"/>
                  <a:pt x="12428" y="19631"/>
                </a:cubicBezTo>
                <a:cubicBezTo>
                  <a:pt x="12433" y="19641"/>
                  <a:pt x="12453" y="19651"/>
                  <a:pt x="12468" y="19651"/>
                </a:cubicBezTo>
                <a:cubicBezTo>
                  <a:pt x="12483" y="19651"/>
                  <a:pt x="12598" y="19758"/>
                  <a:pt x="12729" y="19893"/>
                </a:cubicBezTo>
                <a:cubicBezTo>
                  <a:pt x="12861" y="20028"/>
                  <a:pt x="12977" y="20135"/>
                  <a:pt x="12990" y="20135"/>
                </a:cubicBezTo>
                <a:cubicBezTo>
                  <a:pt x="13004" y="20135"/>
                  <a:pt x="13124" y="20249"/>
                  <a:pt x="13252" y="20377"/>
                </a:cubicBezTo>
                <a:cubicBezTo>
                  <a:pt x="13379" y="20505"/>
                  <a:pt x="13480" y="20599"/>
                  <a:pt x="13493" y="20599"/>
                </a:cubicBezTo>
                <a:cubicBezTo>
                  <a:pt x="13505" y="20599"/>
                  <a:pt x="13652" y="20722"/>
                  <a:pt x="13794" y="20861"/>
                </a:cubicBezTo>
                <a:cubicBezTo>
                  <a:pt x="13936" y="20999"/>
                  <a:pt x="14059" y="21118"/>
                  <a:pt x="14075" y="21123"/>
                </a:cubicBezTo>
                <a:cubicBezTo>
                  <a:pt x="14091" y="21128"/>
                  <a:pt x="14115" y="21159"/>
                  <a:pt x="14135" y="21183"/>
                </a:cubicBezTo>
                <a:cubicBezTo>
                  <a:pt x="14155" y="21208"/>
                  <a:pt x="14275" y="21261"/>
                  <a:pt x="14396" y="21324"/>
                </a:cubicBezTo>
                <a:cubicBezTo>
                  <a:pt x="14517" y="21387"/>
                  <a:pt x="14624" y="21455"/>
                  <a:pt x="14637" y="21465"/>
                </a:cubicBezTo>
                <a:cubicBezTo>
                  <a:pt x="14686" y="21503"/>
                  <a:pt x="14916" y="21556"/>
                  <a:pt x="15119" y="21566"/>
                </a:cubicBezTo>
                <a:cubicBezTo>
                  <a:pt x="15233" y="21572"/>
                  <a:pt x="15327" y="21573"/>
                  <a:pt x="15340" y="21586"/>
                </a:cubicBezTo>
                <a:cubicBezTo>
                  <a:pt x="15353" y="21599"/>
                  <a:pt x="15380" y="21596"/>
                  <a:pt x="15400" y="21586"/>
                </a:cubicBezTo>
                <a:cubicBezTo>
                  <a:pt x="15421" y="21576"/>
                  <a:pt x="15534" y="21571"/>
                  <a:pt x="15641" y="21566"/>
                </a:cubicBezTo>
                <a:cubicBezTo>
                  <a:pt x="15749" y="21561"/>
                  <a:pt x="15849" y="21556"/>
                  <a:pt x="15862" y="21546"/>
                </a:cubicBezTo>
                <a:cubicBezTo>
                  <a:pt x="15876" y="21535"/>
                  <a:pt x="15929" y="21515"/>
                  <a:pt x="15983" y="21506"/>
                </a:cubicBezTo>
                <a:cubicBezTo>
                  <a:pt x="16037" y="21496"/>
                  <a:pt x="16110" y="21463"/>
                  <a:pt x="16143" y="21445"/>
                </a:cubicBezTo>
                <a:cubicBezTo>
                  <a:pt x="16177" y="21427"/>
                  <a:pt x="16310" y="21367"/>
                  <a:pt x="16445" y="21304"/>
                </a:cubicBezTo>
                <a:cubicBezTo>
                  <a:pt x="16579" y="21241"/>
                  <a:pt x="16699" y="21172"/>
                  <a:pt x="16706" y="21163"/>
                </a:cubicBezTo>
                <a:cubicBezTo>
                  <a:pt x="16713" y="21154"/>
                  <a:pt x="16767" y="21146"/>
                  <a:pt x="16826" y="21123"/>
                </a:cubicBezTo>
                <a:cubicBezTo>
                  <a:pt x="16886" y="21099"/>
                  <a:pt x="16959" y="21061"/>
                  <a:pt x="16987" y="21042"/>
                </a:cubicBezTo>
                <a:cubicBezTo>
                  <a:pt x="17015" y="21023"/>
                  <a:pt x="17059" y="21002"/>
                  <a:pt x="17087" y="21002"/>
                </a:cubicBezTo>
                <a:cubicBezTo>
                  <a:pt x="17115" y="21002"/>
                  <a:pt x="17188" y="20979"/>
                  <a:pt x="17248" y="20941"/>
                </a:cubicBezTo>
                <a:cubicBezTo>
                  <a:pt x="17352" y="20876"/>
                  <a:pt x="17520" y="20774"/>
                  <a:pt x="17650" y="20719"/>
                </a:cubicBezTo>
                <a:cubicBezTo>
                  <a:pt x="17683" y="20705"/>
                  <a:pt x="17753" y="20684"/>
                  <a:pt x="17790" y="20659"/>
                </a:cubicBezTo>
                <a:cubicBezTo>
                  <a:pt x="17827" y="20634"/>
                  <a:pt x="17851" y="20612"/>
                  <a:pt x="17851" y="20619"/>
                </a:cubicBezTo>
                <a:cubicBezTo>
                  <a:pt x="17851" y="20626"/>
                  <a:pt x="17961" y="20585"/>
                  <a:pt x="18092" y="20518"/>
                </a:cubicBezTo>
                <a:cubicBezTo>
                  <a:pt x="18222" y="20451"/>
                  <a:pt x="18348" y="20397"/>
                  <a:pt x="18373" y="20397"/>
                </a:cubicBezTo>
                <a:cubicBezTo>
                  <a:pt x="18397" y="20397"/>
                  <a:pt x="18413" y="20370"/>
                  <a:pt x="18413" y="20357"/>
                </a:cubicBezTo>
                <a:cubicBezTo>
                  <a:pt x="18413" y="20333"/>
                  <a:pt x="18748" y="20176"/>
                  <a:pt x="18794" y="20175"/>
                </a:cubicBezTo>
                <a:cubicBezTo>
                  <a:pt x="18815" y="20175"/>
                  <a:pt x="19583" y="19798"/>
                  <a:pt x="19779" y="19692"/>
                </a:cubicBezTo>
                <a:cubicBezTo>
                  <a:pt x="19805" y="19677"/>
                  <a:pt x="19845" y="19645"/>
                  <a:pt x="19879" y="19631"/>
                </a:cubicBezTo>
                <a:cubicBezTo>
                  <a:pt x="19913" y="19617"/>
                  <a:pt x="19986" y="19595"/>
                  <a:pt x="20040" y="19571"/>
                </a:cubicBezTo>
                <a:cubicBezTo>
                  <a:pt x="20093" y="19546"/>
                  <a:pt x="20132" y="19511"/>
                  <a:pt x="20140" y="19510"/>
                </a:cubicBezTo>
                <a:cubicBezTo>
                  <a:pt x="20158" y="19509"/>
                  <a:pt x="20345" y="19426"/>
                  <a:pt x="20361" y="19409"/>
                </a:cubicBezTo>
                <a:cubicBezTo>
                  <a:pt x="20368" y="19403"/>
                  <a:pt x="20402" y="19394"/>
                  <a:pt x="20421" y="19389"/>
                </a:cubicBezTo>
                <a:cubicBezTo>
                  <a:pt x="20441" y="19385"/>
                  <a:pt x="20517" y="19328"/>
                  <a:pt x="20602" y="19268"/>
                </a:cubicBezTo>
                <a:cubicBezTo>
                  <a:pt x="20687" y="19209"/>
                  <a:pt x="20772" y="19168"/>
                  <a:pt x="20783" y="19168"/>
                </a:cubicBezTo>
                <a:cubicBezTo>
                  <a:pt x="20816" y="19168"/>
                  <a:pt x="21104" y="18860"/>
                  <a:pt x="21104" y="18825"/>
                </a:cubicBezTo>
                <a:cubicBezTo>
                  <a:pt x="21104" y="18807"/>
                  <a:pt x="21114" y="18785"/>
                  <a:pt x="21124" y="18785"/>
                </a:cubicBezTo>
                <a:cubicBezTo>
                  <a:pt x="21141" y="18785"/>
                  <a:pt x="21225" y="18669"/>
                  <a:pt x="21345" y="18482"/>
                </a:cubicBezTo>
                <a:cubicBezTo>
                  <a:pt x="21368" y="18447"/>
                  <a:pt x="21384" y="18403"/>
                  <a:pt x="21385" y="18381"/>
                </a:cubicBezTo>
                <a:cubicBezTo>
                  <a:pt x="21386" y="18359"/>
                  <a:pt x="21406" y="18317"/>
                  <a:pt x="21425" y="18301"/>
                </a:cubicBezTo>
                <a:cubicBezTo>
                  <a:pt x="21445" y="18284"/>
                  <a:pt x="21478" y="18229"/>
                  <a:pt x="21486" y="18180"/>
                </a:cubicBezTo>
                <a:cubicBezTo>
                  <a:pt x="21493" y="18131"/>
                  <a:pt x="21513" y="18082"/>
                  <a:pt x="21526" y="18059"/>
                </a:cubicBezTo>
                <a:cubicBezTo>
                  <a:pt x="21538" y="18036"/>
                  <a:pt x="21546" y="17972"/>
                  <a:pt x="21546" y="17918"/>
                </a:cubicBezTo>
                <a:cubicBezTo>
                  <a:pt x="21546" y="17864"/>
                  <a:pt x="21552" y="17817"/>
                  <a:pt x="21566" y="17817"/>
                </a:cubicBezTo>
                <a:cubicBezTo>
                  <a:pt x="21582" y="17817"/>
                  <a:pt x="21586" y="15445"/>
                  <a:pt x="21586" y="10763"/>
                </a:cubicBezTo>
                <a:cubicBezTo>
                  <a:pt x="21586" y="6090"/>
                  <a:pt x="21582" y="3718"/>
                  <a:pt x="21566" y="3708"/>
                </a:cubicBezTo>
                <a:cubicBezTo>
                  <a:pt x="21552" y="3700"/>
                  <a:pt x="21546" y="3648"/>
                  <a:pt x="21546" y="3607"/>
                </a:cubicBezTo>
                <a:cubicBezTo>
                  <a:pt x="21546" y="3520"/>
                  <a:pt x="21480" y="3307"/>
                  <a:pt x="21425" y="3204"/>
                </a:cubicBezTo>
                <a:cubicBezTo>
                  <a:pt x="21215" y="2808"/>
                  <a:pt x="21190" y="2765"/>
                  <a:pt x="20963" y="2539"/>
                </a:cubicBezTo>
                <a:cubicBezTo>
                  <a:pt x="20826" y="2402"/>
                  <a:pt x="20681" y="2283"/>
                  <a:pt x="20622" y="2257"/>
                </a:cubicBezTo>
                <a:cubicBezTo>
                  <a:pt x="20566" y="2233"/>
                  <a:pt x="20510" y="2211"/>
                  <a:pt x="20502" y="2197"/>
                </a:cubicBezTo>
                <a:cubicBezTo>
                  <a:pt x="20488" y="2174"/>
                  <a:pt x="20434" y="2131"/>
                  <a:pt x="20301" y="2076"/>
                </a:cubicBezTo>
                <a:cubicBezTo>
                  <a:pt x="20281" y="2067"/>
                  <a:pt x="20219" y="2049"/>
                  <a:pt x="20160" y="2015"/>
                </a:cubicBezTo>
                <a:cubicBezTo>
                  <a:pt x="20101" y="1982"/>
                  <a:pt x="20036" y="1955"/>
                  <a:pt x="20020" y="1955"/>
                </a:cubicBezTo>
                <a:cubicBezTo>
                  <a:pt x="19992" y="1955"/>
                  <a:pt x="19802" y="1869"/>
                  <a:pt x="19578" y="1753"/>
                </a:cubicBezTo>
                <a:cubicBezTo>
                  <a:pt x="19531" y="1729"/>
                  <a:pt x="19437" y="1674"/>
                  <a:pt x="19357" y="1632"/>
                </a:cubicBezTo>
                <a:cubicBezTo>
                  <a:pt x="19277" y="1591"/>
                  <a:pt x="19206" y="1552"/>
                  <a:pt x="19196" y="1552"/>
                </a:cubicBezTo>
                <a:cubicBezTo>
                  <a:pt x="19186" y="1552"/>
                  <a:pt x="19120" y="1530"/>
                  <a:pt x="19056" y="1491"/>
                </a:cubicBezTo>
                <a:cubicBezTo>
                  <a:pt x="18992" y="1452"/>
                  <a:pt x="18908" y="1400"/>
                  <a:pt x="18875" y="1390"/>
                </a:cubicBezTo>
                <a:cubicBezTo>
                  <a:pt x="18841" y="1381"/>
                  <a:pt x="18630" y="1295"/>
                  <a:pt x="18413" y="1189"/>
                </a:cubicBezTo>
                <a:cubicBezTo>
                  <a:pt x="18196" y="1082"/>
                  <a:pt x="18013" y="987"/>
                  <a:pt x="17991" y="987"/>
                </a:cubicBezTo>
                <a:cubicBezTo>
                  <a:pt x="17969" y="987"/>
                  <a:pt x="17939" y="967"/>
                  <a:pt x="17931" y="947"/>
                </a:cubicBezTo>
                <a:cubicBezTo>
                  <a:pt x="17923" y="927"/>
                  <a:pt x="17920" y="921"/>
                  <a:pt x="17911" y="927"/>
                </a:cubicBezTo>
                <a:cubicBezTo>
                  <a:pt x="17902" y="933"/>
                  <a:pt x="17783" y="893"/>
                  <a:pt x="17650" y="826"/>
                </a:cubicBezTo>
                <a:cubicBezTo>
                  <a:pt x="17516" y="760"/>
                  <a:pt x="17400" y="705"/>
                  <a:pt x="17389" y="705"/>
                </a:cubicBezTo>
                <a:cubicBezTo>
                  <a:pt x="17378" y="705"/>
                  <a:pt x="17304" y="662"/>
                  <a:pt x="17248" y="624"/>
                </a:cubicBezTo>
                <a:cubicBezTo>
                  <a:pt x="17192" y="587"/>
                  <a:pt x="17104" y="542"/>
                  <a:pt x="17047" y="524"/>
                </a:cubicBezTo>
                <a:cubicBezTo>
                  <a:pt x="16990" y="505"/>
                  <a:pt x="16947" y="475"/>
                  <a:pt x="16947" y="463"/>
                </a:cubicBezTo>
                <a:cubicBezTo>
                  <a:pt x="16947" y="452"/>
                  <a:pt x="16927" y="443"/>
                  <a:pt x="16907" y="443"/>
                </a:cubicBezTo>
                <a:cubicBezTo>
                  <a:pt x="16887" y="443"/>
                  <a:pt x="16812" y="423"/>
                  <a:pt x="16746" y="383"/>
                </a:cubicBezTo>
                <a:cubicBezTo>
                  <a:pt x="16680" y="342"/>
                  <a:pt x="16625" y="302"/>
                  <a:pt x="16605" y="302"/>
                </a:cubicBezTo>
                <a:cubicBezTo>
                  <a:pt x="16586" y="302"/>
                  <a:pt x="16464" y="262"/>
                  <a:pt x="16344" y="201"/>
                </a:cubicBezTo>
                <a:cubicBezTo>
                  <a:pt x="15988" y="20"/>
                  <a:pt x="15924" y="-1"/>
                  <a:pt x="15380" y="0"/>
                </a:cubicBezTo>
                <a:close/>
                <a:moveTo>
                  <a:pt x="14738" y="2217"/>
                </a:moveTo>
                <a:lnTo>
                  <a:pt x="14738" y="4031"/>
                </a:lnTo>
                <a:lnTo>
                  <a:pt x="14758" y="5865"/>
                </a:lnTo>
                <a:lnTo>
                  <a:pt x="14657" y="5946"/>
                </a:lnTo>
                <a:cubicBezTo>
                  <a:pt x="14603" y="5996"/>
                  <a:pt x="14548" y="6046"/>
                  <a:pt x="14537" y="6046"/>
                </a:cubicBezTo>
                <a:cubicBezTo>
                  <a:pt x="14525" y="6046"/>
                  <a:pt x="14480" y="6066"/>
                  <a:pt x="14436" y="6107"/>
                </a:cubicBezTo>
                <a:cubicBezTo>
                  <a:pt x="14393" y="6147"/>
                  <a:pt x="14334" y="6187"/>
                  <a:pt x="14316" y="6187"/>
                </a:cubicBezTo>
                <a:cubicBezTo>
                  <a:pt x="14298" y="6187"/>
                  <a:pt x="14269" y="6202"/>
                  <a:pt x="14256" y="6228"/>
                </a:cubicBezTo>
                <a:cubicBezTo>
                  <a:pt x="14242" y="6253"/>
                  <a:pt x="14158" y="6333"/>
                  <a:pt x="14075" y="6389"/>
                </a:cubicBezTo>
                <a:cubicBezTo>
                  <a:pt x="13992" y="6445"/>
                  <a:pt x="13893" y="6537"/>
                  <a:pt x="13834" y="6590"/>
                </a:cubicBezTo>
                <a:cubicBezTo>
                  <a:pt x="13775" y="6644"/>
                  <a:pt x="13705" y="6671"/>
                  <a:pt x="13693" y="6671"/>
                </a:cubicBezTo>
                <a:cubicBezTo>
                  <a:pt x="13671" y="6671"/>
                  <a:pt x="13628" y="6700"/>
                  <a:pt x="13472" y="6832"/>
                </a:cubicBezTo>
                <a:cubicBezTo>
                  <a:pt x="13392" y="6901"/>
                  <a:pt x="13312" y="6971"/>
                  <a:pt x="13211" y="7034"/>
                </a:cubicBezTo>
                <a:cubicBezTo>
                  <a:pt x="13190" y="7047"/>
                  <a:pt x="13115" y="7099"/>
                  <a:pt x="13051" y="7155"/>
                </a:cubicBezTo>
                <a:cubicBezTo>
                  <a:pt x="12987" y="7211"/>
                  <a:pt x="12893" y="7295"/>
                  <a:pt x="12830" y="7336"/>
                </a:cubicBezTo>
                <a:cubicBezTo>
                  <a:pt x="12766" y="7378"/>
                  <a:pt x="12703" y="7424"/>
                  <a:pt x="12689" y="7437"/>
                </a:cubicBezTo>
                <a:cubicBezTo>
                  <a:pt x="12676" y="7450"/>
                  <a:pt x="12642" y="7484"/>
                  <a:pt x="12629" y="7497"/>
                </a:cubicBezTo>
                <a:cubicBezTo>
                  <a:pt x="12616" y="7511"/>
                  <a:pt x="12542" y="7565"/>
                  <a:pt x="12468" y="7618"/>
                </a:cubicBezTo>
                <a:cubicBezTo>
                  <a:pt x="12394" y="7672"/>
                  <a:pt x="12321" y="7732"/>
                  <a:pt x="12288" y="7760"/>
                </a:cubicBezTo>
                <a:cubicBezTo>
                  <a:pt x="12195" y="7834"/>
                  <a:pt x="11810" y="8115"/>
                  <a:pt x="11765" y="8142"/>
                </a:cubicBezTo>
                <a:cubicBezTo>
                  <a:pt x="11744" y="8156"/>
                  <a:pt x="11716" y="8186"/>
                  <a:pt x="11705" y="8203"/>
                </a:cubicBezTo>
                <a:cubicBezTo>
                  <a:pt x="11694" y="8220"/>
                  <a:pt x="11661" y="8244"/>
                  <a:pt x="11625" y="8263"/>
                </a:cubicBezTo>
                <a:cubicBezTo>
                  <a:pt x="11589" y="8283"/>
                  <a:pt x="11538" y="8312"/>
                  <a:pt x="11504" y="8344"/>
                </a:cubicBezTo>
                <a:cubicBezTo>
                  <a:pt x="11471" y="8376"/>
                  <a:pt x="11386" y="8442"/>
                  <a:pt x="11324" y="8485"/>
                </a:cubicBezTo>
                <a:cubicBezTo>
                  <a:pt x="11261" y="8528"/>
                  <a:pt x="11208" y="8575"/>
                  <a:pt x="11203" y="8586"/>
                </a:cubicBezTo>
                <a:cubicBezTo>
                  <a:pt x="11199" y="8597"/>
                  <a:pt x="11130" y="8649"/>
                  <a:pt x="11042" y="8707"/>
                </a:cubicBezTo>
                <a:cubicBezTo>
                  <a:pt x="10955" y="8765"/>
                  <a:pt x="10872" y="8829"/>
                  <a:pt x="10862" y="8848"/>
                </a:cubicBezTo>
                <a:cubicBezTo>
                  <a:pt x="10851" y="8867"/>
                  <a:pt x="10818" y="8888"/>
                  <a:pt x="10801" y="8888"/>
                </a:cubicBezTo>
                <a:cubicBezTo>
                  <a:pt x="10785" y="8888"/>
                  <a:pt x="10725" y="8929"/>
                  <a:pt x="10661" y="8989"/>
                </a:cubicBezTo>
                <a:cubicBezTo>
                  <a:pt x="10597" y="9049"/>
                  <a:pt x="10533" y="9110"/>
                  <a:pt x="10520" y="9110"/>
                </a:cubicBezTo>
                <a:cubicBezTo>
                  <a:pt x="10508" y="9110"/>
                  <a:pt x="10472" y="9138"/>
                  <a:pt x="10440" y="9170"/>
                </a:cubicBezTo>
                <a:cubicBezTo>
                  <a:pt x="10408" y="9202"/>
                  <a:pt x="10352" y="9234"/>
                  <a:pt x="10319" y="9251"/>
                </a:cubicBezTo>
                <a:cubicBezTo>
                  <a:pt x="10287" y="9268"/>
                  <a:pt x="10257" y="9307"/>
                  <a:pt x="10239" y="9332"/>
                </a:cubicBezTo>
                <a:cubicBezTo>
                  <a:pt x="10222" y="9356"/>
                  <a:pt x="10193" y="9372"/>
                  <a:pt x="10179" y="9372"/>
                </a:cubicBezTo>
                <a:cubicBezTo>
                  <a:pt x="10165" y="9372"/>
                  <a:pt x="10104" y="9415"/>
                  <a:pt x="10058" y="9453"/>
                </a:cubicBezTo>
                <a:cubicBezTo>
                  <a:pt x="10013" y="9490"/>
                  <a:pt x="9943" y="9536"/>
                  <a:pt x="9898" y="9574"/>
                </a:cubicBezTo>
                <a:cubicBezTo>
                  <a:pt x="9852" y="9611"/>
                  <a:pt x="9812" y="9654"/>
                  <a:pt x="9797" y="9654"/>
                </a:cubicBezTo>
                <a:cubicBezTo>
                  <a:pt x="9783" y="9654"/>
                  <a:pt x="9723" y="9614"/>
                  <a:pt x="9677" y="9574"/>
                </a:cubicBezTo>
                <a:cubicBezTo>
                  <a:pt x="9631" y="9533"/>
                  <a:pt x="9588" y="9493"/>
                  <a:pt x="9576" y="9493"/>
                </a:cubicBezTo>
                <a:cubicBezTo>
                  <a:pt x="9565" y="9493"/>
                  <a:pt x="9543" y="9464"/>
                  <a:pt x="9516" y="9432"/>
                </a:cubicBezTo>
                <a:cubicBezTo>
                  <a:pt x="9489" y="9401"/>
                  <a:pt x="9428" y="9369"/>
                  <a:pt x="9396" y="9352"/>
                </a:cubicBezTo>
                <a:cubicBezTo>
                  <a:pt x="9330" y="9317"/>
                  <a:pt x="9082" y="9121"/>
                  <a:pt x="9014" y="9049"/>
                </a:cubicBezTo>
                <a:cubicBezTo>
                  <a:pt x="8990" y="9024"/>
                  <a:pt x="8966" y="9009"/>
                  <a:pt x="8954" y="9009"/>
                </a:cubicBezTo>
                <a:cubicBezTo>
                  <a:pt x="8942" y="9009"/>
                  <a:pt x="8910" y="8982"/>
                  <a:pt x="8873" y="8949"/>
                </a:cubicBezTo>
                <a:cubicBezTo>
                  <a:pt x="8837" y="8915"/>
                  <a:pt x="8788" y="8888"/>
                  <a:pt x="8773" y="8888"/>
                </a:cubicBezTo>
                <a:cubicBezTo>
                  <a:pt x="8758" y="8888"/>
                  <a:pt x="8726" y="8862"/>
                  <a:pt x="8693" y="8828"/>
                </a:cubicBezTo>
                <a:cubicBezTo>
                  <a:pt x="8625" y="8759"/>
                  <a:pt x="8187" y="8427"/>
                  <a:pt x="8110" y="8384"/>
                </a:cubicBezTo>
                <a:cubicBezTo>
                  <a:pt x="8034" y="8342"/>
                  <a:pt x="8055" y="8289"/>
                  <a:pt x="8150" y="8223"/>
                </a:cubicBezTo>
                <a:cubicBezTo>
                  <a:pt x="8199" y="8189"/>
                  <a:pt x="8308" y="8086"/>
                  <a:pt x="8412" y="7981"/>
                </a:cubicBezTo>
                <a:cubicBezTo>
                  <a:pt x="8515" y="7877"/>
                  <a:pt x="8619" y="7780"/>
                  <a:pt x="8632" y="7780"/>
                </a:cubicBezTo>
                <a:cubicBezTo>
                  <a:pt x="8646" y="7780"/>
                  <a:pt x="8775" y="7673"/>
                  <a:pt x="8914" y="7538"/>
                </a:cubicBezTo>
                <a:cubicBezTo>
                  <a:pt x="9052" y="7403"/>
                  <a:pt x="9162" y="7296"/>
                  <a:pt x="9175" y="7296"/>
                </a:cubicBezTo>
                <a:cubicBezTo>
                  <a:pt x="9187" y="7296"/>
                  <a:pt x="9314" y="7176"/>
                  <a:pt x="9456" y="7034"/>
                </a:cubicBezTo>
                <a:cubicBezTo>
                  <a:pt x="9598" y="6892"/>
                  <a:pt x="9727" y="6772"/>
                  <a:pt x="9737" y="6772"/>
                </a:cubicBezTo>
                <a:cubicBezTo>
                  <a:pt x="9747" y="6772"/>
                  <a:pt x="9858" y="6672"/>
                  <a:pt x="9978" y="6550"/>
                </a:cubicBezTo>
                <a:cubicBezTo>
                  <a:pt x="10098" y="6428"/>
                  <a:pt x="10224" y="6327"/>
                  <a:pt x="10259" y="6308"/>
                </a:cubicBezTo>
                <a:cubicBezTo>
                  <a:pt x="10294" y="6290"/>
                  <a:pt x="10416" y="6168"/>
                  <a:pt x="10540" y="6046"/>
                </a:cubicBezTo>
                <a:cubicBezTo>
                  <a:pt x="10664" y="5924"/>
                  <a:pt x="10770" y="5825"/>
                  <a:pt x="10781" y="5825"/>
                </a:cubicBezTo>
                <a:cubicBezTo>
                  <a:pt x="10792" y="5825"/>
                  <a:pt x="10923" y="5717"/>
                  <a:pt x="11062" y="5583"/>
                </a:cubicBezTo>
                <a:cubicBezTo>
                  <a:pt x="11202" y="5448"/>
                  <a:pt x="11438" y="5221"/>
                  <a:pt x="11585" y="5079"/>
                </a:cubicBezTo>
                <a:cubicBezTo>
                  <a:pt x="11731" y="4937"/>
                  <a:pt x="11871" y="4817"/>
                  <a:pt x="11886" y="4817"/>
                </a:cubicBezTo>
                <a:cubicBezTo>
                  <a:pt x="11901" y="4817"/>
                  <a:pt x="11924" y="4800"/>
                  <a:pt x="11946" y="4777"/>
                </a:cubicBezTo>
                <a:cubicBezTo>
                  <a:pt x="11968" y="4753"/>
                  <a:pt x="12059" y="4661"/>
                  <a:pt x="12147" y="4575"/>
                </a:cubicBezTo>
                <a:cubicBezTo>
                  <a:pt x="12235" y="4489"/>
                  <a:pt x="12308" y="4405"/>
                  <a:pt x="12308" y="4394"/>
                </a:cubicBezTo>
                <a:cubicBezTo>
                  <a:pt x="12308" y="4382"/>
                  <a:pt x="12321" y="4362"/>
                  <a:pt x="12348" y="4353"/>
                </a:cubicBezTo>
                <a:cubicBezTo>
                  <a:pt x="12398" y="4337"/>
                  <a:pt x="12681" y="4100"/>
                  <a:pt x="13111" y="3688"/>
                </a:cubicBezTo>
                <a:cubicBezTo>
                  <a:pt x="13254" y="3552"/>
                  <a:pt x="13414" y="3428"/>
                  <a:pt x="13452" y="3406"/>
                </a:cubicBezTo>
                <a:cubicBezTo>
                  <a:pt x="13491" y="3384"/>
                  <a:pt x="13509" y="3354"/>
                  <a:pt x="13513" y="3345"/>
                </a:cubicBezTo>
                <a:cubicBezTo>
                  <a:pt x="13530" y="3307"/>
                  <a:pt x="13738" y="3119"/>
                  <a:pt x="13754" y="3124"/>
                </a:cubicBezTo>
                <a:cubicBezTo>
                  <a:pt x="13763" y="3127"/>
                  <a:pt x="13765" y="3107"/>
                  <a:pt x="13774" y="3083"/>
                </a:cubicBezTo>
                <a:cubicBezTo>
                  <a:pt x="13782" y="3060"/>
                  <a:pt x="13853" y="2990"/>
                  <a:pt x="13914" y="2942"/>
                </a:cubicBezTo>
                <a:cubicBezTo>
                  <a:pt x="13975" y="2895"/>
                  <a:pt x="14106" y="2784"/>
                  <a:pt x="14216" y="2680"/>
                </a:cubicBezTo>
                <a:cubicBezTo>
                  <a:pt x="14325" y="2576"/>
                  <a:pt x="14455" y="2469"/>
                  <a:pt x="14497" y="2438"/>
                </a:cubicBezTo>
                <a:cubicBezTo>
                  <a:pt x="14538" y="2408"/>
                  <a:pt x="14612" y="2344"/>
                  <a:pt x="14657" y="2297"/>
                </a:cubicBezTo>
                <a:lnTo>
                  <a:pt x="14738" y="2217"/>
                </a:lnTo>
                <a:close/>
                <a:moveTo>
                  <a:pt x="16545" y="2257"/>
                </a:moveTo>
                <a:cubicBezTo>
                  <a:pt x="16563" y="2257"/>
                  <a:pt x="16585" y="2284"/>
                  <a:pt x="16585" y="2297"/>
                </a:cubicBezTo>
                <a:cubicBezTo>
                  <a:pt x="16585" y="2311"/>
                  <a:pt x="16598" y="2318"/>
                  <a:pt x="16625" y="2318"/>
                </a:cubicBezTo>
                <a:cubicBezTo>
                  <a:pt x="16653" y="2318"/>
                  <a:pt x="16713" y="2336"/>
                  <a:pt x="16746" y="2358"/>
                </a:cubicBezTo>
                <a:cubicBezTo>
                  <a:pt x="16779" y="2380"/>
                  <a:pt x="16806" y="2390"/>
                  <a:pt x="16806" y="2378"/>
                </a:cubicBezTo>
                <a:cubicBezTo>
                  <a:pt x="16806" y="2366"/>
                  <a:pt x="16816" y="2364"/>
                  <a:pt x="16826" y="2378"/>
                </a:cubicBezTo>
                <a:cubicBezTo>
                  <a:pt x="16847" y="2406"/>
                  <a:pt x="17234" y="2600"/>
                  <a:pt x="17268" y="2600"/>
                </a:cubicBezTo>
                <a:cubicBezTo>
                  <a:pt x="17280" y="2600"/>
                  <a:pt x="17554" y="2746"/>
                  <a:pt x="17871" y="2902"/>
                </a:cubicBezTo>
                <a:cubicBezTo>
                  <a:pt x="18188" y="3058"/>
                  <a:pt x="18473" y="3187"/>
                  <a:pt x="18513" y="3204"/>
                </a:cubicBezTo>
                <a:cubicBezTo>
                  <a:pt x="18554" y="3222"/>
                  <a:pt x="18709" y="3283"/>
                  <a:pt x="18835" y="3345"/>
                </a:cubicBezTo>
                <a:cubicBezTo>
                  <a:pt x="18961" y="3407"/>
                  <a:pt x="19063" y="3466"/>
                  <a:pt x="19076" y="3466"/>
                </a:cubicBezTo>
                <a:cubicBezTo>
                  <a:pt x="19088" y="3466"/>
                  <a:pt x="19158" y="3507"/>
                  <a:pt x="19216" y="3547"/>
                </a:cubicBezTo>
                <a:cubicBezTo>
                  <a:pt x="19275" y="3587"/>
                  <a:pt x="19323" y="3607"/>
                  <a:pt x="19337" y="3607"/>
                </a:cubicBezTo>
                <a:cubicBezTo>
                  <a:pt x="19351" y="3607"/>
                  <a:pt x="19409" y="3641"/>
                  <a:pt x="19457" y="3668"/>
                </a:cubicBezTo>
                <a:cubicBezTo>
                  <a:pt x="19505" y="3695"/>
                  <a:pt x="19561" y="3708"/>
                  <a:pt x="19578" y="3708"/>
                </a:cubicBezTo>
                <a:cubicBezTo>
                  <a:pt x="19638" y="3708"/>
                  <a:pt x="19779" y="3871"/>
                  <a:pt x="19779" y="3930"/>
                </a:cubicBezTo>
                <a:cubicBezTo>
                  <a:pt x="19779" y="3962"/>
                  <a:pt x="19785" y="3982"/>
                  <a:pt x="19799" y="3990"/>
                </a:cubicBezTo>
                <a:cubicBezTo>
                  <a:pt x="19815" y="4000"/>
                  <a:pt x="19839" y="6272"/>
                  <a:pt x="19839" y="10722"/>
                </a:cubicBezTo>
                <a:cubicBezTo>
                  <a:pt x="19839" y="15173"/>
                  <a:pt x="19815" y="17444"/>
                  <a:pt x="19799" y="17454"/>
                </a:cubicBezTo>
                <a:cubicBezTo>
                  <a:pt x="19785" y="17463"/>
                  <a:pt x="19779" y="17509"/>
                  <a:pt x="19779" y="17555"/>
                </a:cubicBezTo>
                <a:cubicBezTo>
                  <a:pt x="19779" y="17649"/>
                  <a:pt x="19668" y="17791"/>
                  <a:pt x="19578" y="17817"/>
                </a:cubicBezTo>
                <a:cubicBezTo>
                  <a:pt x="19494" y="17841"/>
                  <a:pt x="19392" y="17893"/>
                  <a:pt x="18895" y="18140"/>
                </a:cubicBezTo>
                <a:cubicBezTo>
                  <a:pt x="18640" y="18266"/>
                  <a:pt x="18406" y="18382"/>
                  <a:pt x="18393" y="18381"/>
                </a:cubicBezTo>
                <a:cubicBezTo>
                  <a:pt x="18370" y="18381"/>
                  <a:pt x="18052" y="18534"/>
                  <a:pt x="17971" y="18583"/>
                </a:cubicBezTo>
                <a:cubicBezTo>
                  <a:pt x="17951" y="18595"/>
                  <a:pt x="17908" y="18607"/>
                  <a:pt x="17871" y="18623"/>
                </a:cubicBezTo>
                <a:cubicBezTo>
                  <a:pt x="17834" y="18639"/>
                  <a:pt x="17810" y="18673"/>
                  <a:pt x="17810" y="18684"/>
                </a:cubicBezTo>
                <a:cubicBezTo>
                  <a:pt x="17810" y="18694"/>
                  <a:pt x="17784" y="18704"/>
                  <a:pt x="17750" y="18704"/>
                </a:cubicBezTo>
                <a:cubicBezTo>
                  <a:pt x="17717" y="18704"/>
                  <a:pt x="17690" y="18713"/>
                  <a:pt x="17690" y="18724"/>
                </a:cubicBezTo>
                <a:cubicBezTo>
                  <a:pt x="17690" y="18735"/>
                  <a:pt x="17590" y="18779"/>
                  <a:pt x="17489" y="18825"/>
                </a:cubicBezTo>
                <a:cubicBezTo>
                  <a:pt x="17388" y="18871"/>
                  <a:pt x="17308" y="18915"/>
                  <a:pt x="17308" y="18926"/>
                </a:cubicBezTo>
                <a:cubicBezTo>
                  <a:pt x="17308" y="18936"/>
                  <a:pt x="17282" y="18946"/>
                  <a:pt x="17248" y="18946"/>
                </a:cubicBezTo>
                <a:cubicBezTo>
                  <a:pt x="17214" y="18946"/>
                  <a:pt x="17188" y="18952"/>
                  <a:pt x="17188" y="18966"/>
                </a:cubicBezTo>
                <a:cubicBezTo>
                  <a:pt x="17188" y="18979"/>
                  <a:pt x="17174" y="18986"/>
                  <a:pt x="17148" y="18986"/>
                </a:cubicBezTo>
                <a:cubicBezTo>
                  <a:pt x="17122" y="18986"/>
                  <a:pt x="17096" y="18993"/>
                  <a:pt x="17087" y="19006"/>
                </a:cubicBezTo>
                <a:cubicBezTo>
                  <a:pt x="17079" y="19020"/>
                  <a:pt x="17051" y="19047"/>
                  <a:pt x="17027" y="19047"/>
                </a:cubicBezTo>
                <a:cubicBezTo>
                  <a:pt x="17003" y="19047"/>
                  <a:pt x="16970" y="19061"/>
                  <a:pt x="16947" y="19087"/>
                </a:cubicBezTo>
                <a:cubicBezTo>
                  <a:pt x="16924" y="19113"/>
                  <a:pt x="16862" y="19139"/>
                  <a:pt x="16826" y="19147"/>
                </a:cubicBezTo>
                <a:cubicBezTo>
                  <a:pt x="16746" y="19166"/>
                  <a:pt x="16596" y="19243"/>
                  <a:pt x="16585" y="19268"/>
                </a:cubicBezTo>
                <a:cubicBezTo>
                  <a:pt x="16581" y="19278"/>
                  <a:pt x="16551" y="19288"/>
                  <a:pt x="16525" y="19288"/>
                </a:cubicBezTo>
                <a:cubicBezTo>
                  <a:pt x="16479" y="19288"/>
                  <a:pt x="16485" y="19168"/>
                  <a:pt x="16485" y="12214"/>
                </a:cubicBezTo>
                <a:cubicBezTo>
                  <a:pt x="16485" y="6856"/>
                  <a:pt x="16483" y="5127"/>
                  <a:pt x="16505" y="5079"/>
                </a:cubicBezTo>
                <a:cubicBezTo>
                  <a:pt x="16527" y="5031"/>
                  <a:pt x="16527" y="5000"/>
                  <a:pt x="16505" y="4978"/>
                </a:cubicBezTo>
                <a:cubicBezTo>
                  <a:pt x="16466" y="4938"/>
                  <a:pt x="16466" y="2423"/>
                  <a:pt x="16505" y="2398"/>
                </a:cubicBezTo>
                <a:cubicBezTo>
                  <a:pt x="16520" y="2389"/>
                  <a:pt x="16531" y="2350"/>
                  <a:pt x="16525" y="2318"/>
                </a:cubicBezTo>
                <a:cubicBezTo>
                  <a:pt x="16518" y="2279"/>
                  <a:pt x="16523" y="2257"/>
                  <a:pt x="16545" y="2257"/>
                </a:cubicBezTo>
                <a:close/>
                <a:moveTo>
                  <a:pt x="2748" y="6530"/>
                </a:moveTo>
                <a:cubicBezTo>
                  <a:pt x="2770" y="6530"/>
                  <a:pt x="2823" y="6571"/>
                  <a:pt x="2869" y="6611"/>
                </a:cubicBezTo>
                <a:cubicBezTo>
                  <a:pt x="3017" y="6739"/>
                  <a:pt x="3357" y="7003"/>
                  <a:pt x="3411" y="7034"/>
                </a:cubicBezTo>
                <a:cubicBezTo>
                  <a:pt x="3439" y="7050"/>
                  <a:pt x="3500" y="7084"/>
                  <a:pt x="3531" y="7115"/>
                </a:cubicBezTo>
                <a:cubicBezTo>
                  <a:pt x="3563" y="7145"/>
                  <a:pt x="3598" y="7175"/>
                  <a:pt x="3612" y="7175"/>
                </a:cubicBezTo>
                <a:cubicBezTo>
                  <a:pt x="3625" y="7175"/>
                  <a:pt x="3659" y="7196"/>
                  <a:pt x="3692" y="7235"/>
                </a:cubicBezTo>
                <a:cubicBezTo>
                  <a:pt x="3725" y="7275"/>
                  <a:pt x="3785" y="7327"/>
                  <a:pt x="3812" y="7336"/>
                </a:cubicBezTo>
                <a:cubicBezTo>
                  <a:pt x="3840" y="7345"/>
                  <a:pt x="3870" y="7374"/>
                  <a:pt x="3893" y="7397"/>
                </a:cubicBezTo>
                <a:cubicBezTo>
                  <a:pt x="3977" y="7478"/>
                  <a:pt x="4053" y="7522"/>
                  <a:pt x="4094" y="7538"/>
                </a:cubicBezTo>
                <a:cubicBezTo>
                  <a:pt x="4117" y="7547"/>
                  <a:pt x="4154" y="7565"/>
                  <a:pt x="4154" y="7578"/>
                </a:cubicBezTo>
                <a:cubicBezTo>
                  <a:pt x="4154" y="7591"/>
                  <a:pt x="4168" y="7610"/>
                  <a:pt x="4194" y="7618"/>
                </a:cubicBezTo>
                <a:cubicBezTo>
                  <a:pt x="4220" y="7627"/>
                  <a:pt x="4288" y="7676"/>
                  <a:pt x="4335" y="7719"/>
                </a:cubicBezTo>
                <a:cubicBezTo>
                  <a:pt x="4438" y="7814"/>
                  <a:pt x="4507" y="7889"/>
                  <a:pt x="4636" y="7981"/>
                </a:cubicBezTo>
                <a:cubicBezTo>
                  <a:pt x="4690" y="8020"/>
                  <a:pt x="4758" y="8060"/>
                  <a:pt x="4776" y="8082"/>
                </a:cubicBezTo>
                <a:cubicBezTo>
                  <a:pt x="4795" y="8104"/>
                  <a:pt x="4822" y="8122"/>
                  <a:pt x="4837" y="8122"/>
                </a:cubicBezTo>
                <a:cubicBezTo>
                  <a:pt x="4852" y="8122"/>
                  <a:pt x="4896" y="8164"/>
                  <a:pt x="4937" y="8203"/>
                </a:cubicBezTo>
                <a:cubicBezTo>
                  <a:pt x="4978" y="8242"/>
                  <a:pt x="5029" y="8274"/>
                  <a:pt x="5058" y="8284"/>
                </a:cubicBezTo>
                <a:cubicBezTo>
                  <a:pt x="5086" y="8293"/>
                  <a:pt x="5130" y="8318"/>
                  <a:pt x="5138" y="8344"/>
                </a:cubicBezTo>
                <a:cubicBezTo>
                  <a:pt x="5146" y="8370"/>
                  <a:pt x="5161" y="8404"/>
                  <a:pt x="5178" y="8404"/>
                </a:cubicBezTo>
                <a:cubicBezTo>
                  <a:pt x="5195" y="8404"/>
                  <a:pt x="5230" y="8418"/>
                  <a:pt x="5258" y="8445"/>
                </a:cubicBezTo>
                <a:cubicBezTo>
                  <a:pt x="5287" y="8472"/>
                  <a:pt x="5311" y="8485"/>
                  <a:pt x="5319" y="8485"/>
                </a:cubicBezTo>
                <a:cubicBezTo>
                  <a:pt x="5326" y="8485"/>
                  <a:pt x="5354" y="8522"/>
                  <a:pt x="5379" y="8546"/>
                </a:cubicBezTo>
                <a:cubicBezTo>
                  <a:pt x="5404" y="8569"/>
                  <a:pt x="5462" y="8599"/>
                  <a:pt x="5499" y="8626"/>
                </a:cubicBezTo>
                <a:cubicBezTo>
                  <a:pt x="5537" y="8653"/>
                  <a:pt x="5583" y="8690"/>
                  <a:pt x="5600" y="8707"/>
                </a:cubicBezTo>
                <a:cubicBezTo>
                  <a:pt x="5617" y="8724"/>
                  <a:pt x="5648" y="8747"/>
                  <a:pt x="5660" y="8747"/>
                </a:cubicBezTo>
                <a:cubicBezTo>
                  <a:pt x="5672" y="8747"/>
                  <a:pt x="5702" y="8767"/>
                  <a:pt x="5740" y="8808"/>
                </a:cubicBezTo>
                <a:cubicBezTo>
                  <a:pt x="5779" y="8848"/>
                  <a:pt x="5815" y="8874"/>
                  <a:pt x="5821" y="8868"/>
                </a:cubicBezTo>
                <a:cubicBezTo>
                  <a:pt x="5827" y="8862"/>
                  <a:pt x="5872" y="8902"/>
                  <a:pt x="5921" y="8949"/>
                </a:cubicBezTo>
                <a:cubicBezTo>
                  <a:pt x="5970" y="8995"/>
                  <a:pt x="6038" y="9042"/>
                  <a:pt x="6062" y="9049"/>
                </a:cubicBezTo>
                <a:cubicBezTo>
                  <a:pt x="6085" y="9057"/>
                  <a:pt x="6102" y="9079"/>
                  <a:pt x="6102" y="9090"/>
                </a:cubicBezTo>
                <a:cubicBezTo>
                  <a:pt x="6102" y="9100"/>
                  <a:pt x="6159" y="9145"/>
                  <a:pt x="6222" y="9191"/>
                </a:cubicBezTo>
                <a:cubicBezTo>
                  <a:pt x="6286" y="9236"/>
                  <a:pt x="6336" y="9262"/>
                  <a:pt x="6343" y="9271"/>
                </a:cubicBezTo>
                <a:cubicBezTo>
                  <a:pt x="6350" y="9280"/>
                  <a:pt x="6406" y="9336"/>
                  <a:pt x="6463" y="9372"/>
                </a:cubicBezTo>
                <a:cubicBezTo>
                  <a:pt x="6521" y="9408"/>
                  <a:pt x="6576" y="9453"/>
                  <a:pt x="6584" y="9473"/>
                </a:cubicBezTo>
                <a:cubicBezTo>
                  <a:pt x="6591" y="9492"/>
                  <a:pt x="6611" y="9493"/>
                  <a:pt x="6624" y="9493"/>
                </a:cubicBezTo>
                <a:cubicBezTo>
                  <a:pt x="6650" y="9493"/>
                  <a:pt x="6832" y="9645"/>
                  <a:pt x="6845" y="9674"/>
                </a:cubicBezTo>
                <a:cubicBezTo>
                  <a:pt x="6850" y="9684"/>
                  <a:pt x="6874" y="9694"/>
                  <a:pt x="6885" y="9694"/>
                </a:cubicBezTo>
                <a:cubicBezTo>
                  <a:pt x="6897" y="9694"/>
                  <a:pt x="6941" y="9735"/>
                  <a:pt x="6986" y="9775"/>
                </a:cubicBezTo>
                <a:cubicBezTo>
                  <a:pt x="7030" y="9816"/>
                  <a:pt x="7071" y="9836"/>
                  <a:pt x="7086" y="9836"/>
                </a:cubicBezTo>
                <a:cubicBezTo>
                  <a:pt x="7101" y="9836"/>
                  <a:pt x="7148" y="9876"/>
                  <a:pt x="7186" y="9916"/>
                </a:cubicBezTo>
                <a:cubicBezTo>
                  <a:pt x="7225" y="9957"/>
                  <a:pt x="7272" y="9997"/>
                  <a:pt x="7287" y="9997"/>
                </a:cubicBezTo>
                <a:cubicBezTo>
                  <a:pt x="7301" y="9997"/>
                  <a:pt x="7330" y="10010"/>
                  <a:pt x="7347" y="10037"/>
                </a:cubicBezTo>
                <a:cubicBezTo>
                  <a:pt x="7364" y="10064"/>
                  <a:pt x="7391" y="10097"/>
                  <a:pt x="7407" y="10098"/>
                </a:cubicBezTo>
                <a:cubicBezTo>
                  <a:pt x="7424" y="10098"/>
                  <a:pt x="7474" y="10131"/>
                  <a:pt x="7528" y="10178"/>
                </a:cubicBezTo>
                <a:cubicBezTo>
                  <a:pt x="7581" y="10225"/>
                  <a:pt x="7639" y="10259"/>
                  <a:pt x="7648" y="10259"/>
                </a:cubicBezTo>
                <a:cubicBezTo>
                  <a:pt x="7658" y="10259"/>
                  <a:pt x="7711" y="10306"/>
                  <a:pt x="7769" y="10360"/>
                </a:cubicBezTo>
                <a:cubicBezTo>
                  <a:pt x="7827" y="10413"/>
                  <a:pt x="7893" y="10460"/>
                  <a:pt x="7909" y="10460"/>
                </a:cubicBezTo>
                <a:cubicBezTo>
                  <a:pt x="7926" y="10461"/>
                  <a:pt x="7930" y="10466"/>
                  <a:pt x="7930" y="10481"/>
                </a:cubicBezTo>
                <a:cubicBezTo>
                  <a:pt x="7930" y="10495"/>
                  <a:pt x="7983" y="10539"/>
                  <a:pt x="8050" y="10581"/>
                </a:cubicBezTo>
                <a:cubicBezTo>
                  <a:pt x="8117" y="10623"/>
                  <a:pt x="8171" y="10671"/>
                  <a:pt x="8171" y="10682"/>
                </a:cubicBezTo>
                <a:cubicBezTo>
                  <a:pt x="8171" y="10693"/>
                  <a:pt x="8187" y="10714"/>
                  <a:pt x="8211" y="10722"/>
                </a:cubicBezTo>
                <a:cubicBezTo>
                  <a:pt x="8234" y="10730"/>
                  <a:pt x="8325" y="10783"/>
                  <a:pt x="8391" y="10843"/>
                </a:cubicBezTo>
                <a:cubicBezTo>
                  <a:pt x="8458" y="10904"/>
                  <a:pt x="8502" y="10944"/>
                  <a:pt x="8512" y="10944"/>
                </a:cubicBezTo>
                <a:cubicBezTo>
                  <a:pt x="8522" y="10944"/>
                  <a:pt x="8554" y="10967"/>
                  <a:pt x="8572" y="10984"/>
                </a:cubicBezTo>
                <a:cubicBezTo>
                  <a:pt x="8590" y="11002"/>
                  <a:pt x="8646" y="11032"/>
                  <a:pt x="8693" y="11065"/>
                </a:cubicBezTo>
                <a:cubicBezTo>
                  <a:pt x="8740" y="11098"/>
                  <a:pt x="8780" y="11150"/>
                  <a:pt x="8793" y="11166"/>
                </a:cubicBezTo>
                <a:cubicBezTo>
                  <a:pt x="8807" y="11181"/>
                  <a:pt x="8900" y="11237"/>
                  <a:pt x="8994" y="11307"/>
                </a:cubicBezTo>
                <a:cubicBezTo>
                  <a:pt x="9088" y="11376"/>
                  <a:pt x="9199" y="11475"/>
                  <a:pt x="9235" y="11508"/>
                </a:cubicBezTo>
                <a:cubicBezTo>
                  <a:pt x="9271" y="11542"/>
                  <a:pt x="9306" y="11569"/>
                  <a:pt x="9315" y="11569"/>
                </a:cubicBezTo>
                <a:cubicBezTo>
                  <a:pt x="9324" y="11569"/>
                  <a:pt x="9357" y="11579"/>
                  <a:pt x="9396" y="11609"/>
                </a:cubicBezTo>
                <a:cubicBezTo>
                  <a:pt x="9434" y="11640"/>
                  <a:pt x="9521" y="11710"/>
                  <a:pt x="9576" y="11750"/>
                </a:cubicBezTo>
                <a:cubicBezTo>
                  <a:pt x="9632" y="11791"/>
                  <a:pt x="9698" y="11838"/>
                  <a:pt x="9737" y="11871"/>
                </a:cubicBezTo>
                <a:cubicBezTo>
                  <a:pt x="9776" y="11905"/>
                  <a:pt x="9869" y="11985"/>
                  <a:pt x="9938" y="12032"/>
                </a:cubicBezTo>
                <a:cubicBezTo>
                  <a:pt x="10006" y="12080"/>
                  <a:pt x="10152" y="12190"/>
                  <a:pt x="10259" y="12274"/>
                </a:cubicBezTo>
                <a:cubicBezTo>
                  <a:pt x="10366" y="12359"/>
                  <a:pt x="10449" y="12415"/>
                  <a:pt x="10460" y="12415"/>
                </a:cubicBezTo>
                <a:cubicBezTo>
                  <a:pt x="10471" y="12415"/>
                  <a:pt x="10513" y="12444"/>
                  <a:pt x="10540" y="12476"/>
                </a:cubicBezTo>
                <a:cubicBezTo>
                  <a:pt x="10568" y="12508"/>
                  <a:pt x="10619" y="12552"/>
                  <a:pt x="10661" y="12577"/>
                </a:cubicBezTo>
                <a:cubicBezTo>
                  <a:pt x="10703" y="12601"/>
                  <a:pt x="10741" y="12627"/>
                  <a:pt x="10741" y="12637"/>
                </a:cubicBezTo>
                <a:cubicBezTo>
                  <a:pt x="10741" y="12648"/>
                  <a:pt x="10765" y="12657"/>
                  <a:pt x="10781" y="12657"/>
                </a:cubicBezTo>
                <a:cubicBezTo>
                  <a:pt x="10798" y="12658"/>
                  <a:pt x="10862" y="12703"/>
                  <a:pt x="10922" y="12758"/>
                </a:cubicBezTo>
                <a:cubicBezTo>
                  <a:pt x="10982" y="12814"/>
                  <a:pt x="11072" y="12887"/>
                  <a:pt x="11123" y="12919"/>
                </a:cubicBezTo>
                <a:cubicBezTo>
                  <a:pt x="11173" y="12951"/>
                  <a:pt x="11203" y="12987"/>
                  <a:pt x="11203" y="13000"/>
                </a:cubicBezTo>
                <a:cubicBezTo>
                  <a:pt x="11203" y="13013"/>
                  <a:pt x="11236" y="13040"/>
                  <a:pt x="11263" y="13040"/>
                </a:cubicBezTo>
                <a:cubicBezTo>
                  <a:pt x="11291" y="13040"/>
                  <a:pt x="11316" y="13041"/>
                  <a:pt x="11324" y="13060"/>
                </a:cubicBezTo>
                <a:cubicBezTo>
                  <a:pt x="11331" y="13080"/>
                  <a:pt x="11394" y="13148"/>
                  <a:pt x="11464" y="13201"/>
                </a:cubicBezTo>
                <a:cubicBezTo>
                  <a:pt x="11535" y="13255"/>
                  <a:pt x="11606" y="13303"/>
                  <a:pt x="11625" y="13322"/>
                </a:cubicBezTo>
                <a:cubicBezTo>
                  <a:pt x="11644" y="13342"/>
                  <a:pt x="11692" y="13385"/>
                  <a:pt x="11725" y="13403"/>
                </a:cubicBezTo>
                <a:cubicBezTo>
                  <a:pt x="11759" y="13421"/>
                  <a:pt x="11799" y="13457"/>
                  <a:pt x="11826" y="13484"/>
                </a:cubicBezTo>
                <a:cubicBezTo>
                  <a:pt x="11873" y="13530"/>
                  <a:pt x="12196" y="13773"/>
                  <a:pt x="12308" y="13846"/>
                </a:cubicBezTo>
                <a:cubicBezTo>
                  <a:pt x="12338" y="13867"/>
                  <a:pt x="12389" y="13910"/>
                  <a:pt x="12428" y="13947"/>
                </a:cubicBezTo>
                <a:cubicBezTo>
                  <a:pt x="12467" y="13984"/>
                  <a:pt x="12515" y="14008"/>
                  <a:pt x="12529" y="14008"/>
                </a:cubicBezTo>
                <a:cubicBezTo>
                  <a:pt x="12542" y="14008"/>
                  <a:pt x="12576" y="14049"/>
                  <a:pt x="12609" y="14088"/>
                </a:cubicBezTo>
                <a:cubicBezTo>
                  <a:pt x="12642" y="14128"/>
                  <a:pt x="12701" y="14160"/>
                  <a:pt x="12729" y="14169"/>
                </a:cubicBezTo>
                <a:cubicBezTo>
                  <a:pt x="12757" y="14178"/>
                  <a:pt x="12822" y="14237"/>
                  <a:pt x="12870" y="14290"/>
                </a:cubicBezTo>
                <a:cubicBezTo>
                  <a:pt x="12918" y="14342"/>
                  <a:pt x="12974" y="14371"/>
                  <a:pt x="12990" y="14371"/>
                </a:cubicBezTo>
                <a:cubicBezTo>
                  <a:pt x="13007" y="14371"/>
                  <a:pt x="13040" y="14399"/>
                  <a:pt x="13071" y="14431"/>
                </a:cubicBezTo>
                <a:cubicBezTo>
                  <a:pt x="13102" y="14463"/>
                  <a:pt x="13198" y="14562"/>
                  <a:pt x="13292" y="14633"/>
                </a:cubicBezTo>
                <a:cubicBezTo>
                  <a:pt x="13386" y="14703"/>
                  <a:pt x="13489" y="14775"/>
                  <a:pt x="13513" y="14794"/>
                </a:cubicBezTo>
                <a:cubicBezTo>
                  <a:pt x="13536" y="14813"/>
                  <a:pt x="13596" y="14857"/>
                  <a:pt x="13653" y="14895"/>
                </a:cubicBezTo>
                <a:cubicBezTo>
                  <a:pt x="13711" y="14932"/>
                  <a:pt x="13776" y="14978"/>
                  <a:pt x="13794" y="14995"/>
                </a:cubicBezTo>
                <a:cubicBezTo>
                  <a:pt x="13812" y="15012"/>
                  <a:pt x="13842" y="15015"/>
                  <a:pt x="13854" y="15015"/>
                </a:cubicBezTo>
                <a:cubicBezTo>
                  <a:pt x="13866" y="15015"/>
                  <a:pt x="13903" y="15049"/>
                  <a:pt x="13954" y="15096"/>
                </a:cubicBezTo>
                <a:cubicBezTo>
                  <a:pt x="14006" y="15143"/>
                  <a:pt x="14064" y="15197"/>
                  <a:pt x="14075" y="15197"/>
                </a:cubicBezTo>
                <a:cubicBezTo>
                  <a:pt x="14086" y="15197"/>
                  <a:pt x="14176" y="15257"/>
                  <a:pt x="14276" y="15338"/>
                </a:cubicBezTo>
                <a:cubicBezTo>
                  <a:pt x="14375" y="15419"/>
                  <a:pt x="14465" y="15479"/>
                  <a:pt x="14477" y="15479"/>
                </a:cubicBezTo>
                <a:cubicBezTo>
                  <a:pt x="14488" y="15479"/>
                  <a:pt x="14509" y="15507"/>
                  <a:pt x="14537" y="15540"/>
                </a:cubicBezTo>
                <a:cubicBezTo>
                  <a:pt x="14565" y="15572"/>
                  <a:pt x="14636" y="15615"/>
                  <a:pt x="14677" y="15640"/>
                </a:cubicBezTo>
                <a:lnTo>
                  <a:pt x="14758" y="15681"/>
                </a:lnTo>
                <a:lnTo>
                  <a:pt x="14758" y="17495"/>
                </a:lnTo>
                <a:cubicBezTo>
                  <a:pt x="14758" y="18490"/>
                  <a:pt x="14741" y="19310"/>
                  <a:pt x="14738" y="19309"/>
                </a:cubicBezTo>
                <a:cubicBezTo>
                  <a:pt x="14680" y="19290"/>
                  <a:pt x="14650" y="19247"/>
                  <a:pt x="14557" y="19147"/>
                </a:cubicBezTo>
                <a:cubicBezTo>
                  <a:pt x="14496" y="19082"/>
                  <a:pt x="14427" y="19047"/>
                  <a:pt x="14416" y="19047"/>
                </a:cubicBezTo>
                <a:cubicBezTo>
                  <a:pt x="14406" y="19047"/>
                  <a:pt x="14394" y="19023"/>
                  <a:pt x="14376" y="19006"/>
                </a:cubicBezTo>
                <a:cubicBezTo>
                  <a:pt x="14358" y="18989"/>
                  <a:pt x="14227" y="18870"/>
                  <a:pt x="14095" y="18744"/>
                </a:cubicBezTo>
                <a:cubicBezTo>
                  <a:pt x="13815" y="18479"/>
                  <a:pt x="13754" y="18422"/>
                  <a:pt x="13754" y="18442"/>
                </a:cubicBezTo>
                <a:cubicBezTo>
                  <a:pt x="13754" y="18454"/>
                  <a:pt x="13619" y="18323"/>
                  <a:pt x="13513" y="18200"/>
                </a:cubicBezTo>
                <a:cubicBezTo>
                  <a:pt x="13501" y="18187"/>
                  <a:pt x="13457" y="18133"/>
                  <a:pt x="13412" y="18099"/>
                </a:cubicBezTo>
                <a:cubicBezTo>
                  <a:pt x="13288" y="18005"/>
                  <a:pt x="13247" y="17979"/>
                  <a:pt x="13011" y="17757"/>
                </a:cubicBezTo>
                <a:cubicBezTo>
                  <a:pt x="12890" y="17643"/>
                  <a:pt x="12650" y="17422"/>
                  <a:pt x="12488" y="17273"/>
                </a:cubicBezTo>
                <a:cubicBezTo>
                  <a:pt x="12327" y="17124"/>
                  <a:pt x="12091" y="16907"/>
                  <a:pt x="11966" y="16789"/>
                </a:cubicBezTo>
                <a:cubicBezTo>
                  <a:pt x="11841" y="16671"/>
                  <a:pt x="11728" y="16549"/>
                  <a:pt x="11705" y="16527"/>
                </a:cubicBezTo>
                <a:cubicBezTo>
                  <a:pt x="11682" y="16505"/>
                  <a:pt x="11641" y="16492"/>
                  <a:pt x="11625" y="16487"/>
                </a:cubicBezTo>
                <a:cubicBezTo>
                  <a:pt x="11609" y="16482"/>
                  <a:pt x="11471" y="16366"/>
                  <a:pt x="11324" y="16225"/>
                </a:cubicBezTo>
                <a:cubicBezTo>
                  <a:pt x="10793" y="15716"/>
                  <a:pt x="10570" y="15489"/>
                  <a:pt x="10540" y="15479"/>
                </a:cubicBezTo>
                <a:cubicBezTo>
                  <a:pt x="10524" y="15473"/>
                  <a:pt x="10437" y="15397"/>
                  <a:pt x="10339" y="15298"/>
                </a:cubicBezTo>
                <a:cubicBezTo>
                  <a:pt x="10242" y="15199"/>
                  <a:pt x="10145" y="15116"/>
                  <a:pt x="10139" y="15116"/>
                </a:cubicBezTo>
                <a:cubicBezTo>
                  <a:pt x="10116" y="15116"/>
                  <a:pt x="9990" y="15005"/>
                  <a:pt x="9797" y="14814"/>
                </a:cubicBezTo>
                <a:cubicBezTo>
                  <a:pt x="9691" y="14709"/>
                  <a:pt x="9606" y="14633"/>
                  <a:pt x="9596" y="14633"/>
                </a:cubicBezTo>
                <a:cubicBezTo>
                  <a:pt x="9587" y="14633"/>
                  <a:pt x="9467" y="14519"/>
                  <a:pt x="9335" y="14391"/>
                </a:cubicBezTo>
                <a:cubicBezTo>
                  <a:pt x="9204" y="14263"/>
                  <a:pt x="9086" y="14149"/>
                  <a:pt x="9074" y="14149"/>
                </a:cubicBezTo>
                <a:cubicBezTo>
                  <a:pt x="9062" y="14149"/>
                  <a:pt x="8964" y="14059"/>
                  <a:pt x="8853" y="13947"/>
                </a:cubicBezTo>
                <a:cubicBezTo>
                  <a:pt x="8743" y="13836"/>
                  <a:pt x="8619" y="13718"/>
                  <a:pt x="8572" y="13685"/>
                </a:cubicBezTo>
                <a:cubicBezTo>
                  <a:pt x="8525" y="13652"/>
                  <a:pt x="8383" y="13535"/>
                  <a:pt x="8251" y="13403"/>
                </a:cubicBezTo>
                <a:cubicBezTo>
                  <a:pt x="8119" y="13271"/>
                  <a:pt x="8000" y="13161"/>
                  <a:pt x="7990" y="13161"/>
                </a:cubicBezTo>
                <a:cubicBezTo>
                  <a:pt x="7980" y="13161"/>
                  <a:pt x="7854" y="13061"/>
                  <a:pt x="7729" y="12939"/>
                </a:cubicBezTo>
                <a:cubicBezTo>
                  <a:pt x="7603" y="12818"/>
                  <a:pt x="7499" y="12718"/>
                  <a:pt x="7488" y="12718"/>
                </a:cubicBezTo>
                <a:cubicBezTo>
                  <a:pt x="7477" y="12718"/>
                  <a:pt x="7366" y="12614"/>
                  <a:pt x="7247" y="12496"/>
                </a:cubicBezTo>
                <a:cubicBezTo>
                  <a:pt x="7027" y="12278"/>
                  <a:pt x="6931" y="12194"/>
                  <a:pt x="6905" y="12194"/>
                </a:cubicBezTo>
                <a:cubicBezTo>
                  <a:pt x="6898" y="12194"/>
                  <a:pt x="6799" y="12087"/>
                  <a:pt x="6664" y="11952"/>
                </a:cubicBezTo>
                <a:cubicBezTo>
                  <a:pt x="6530" y="11817"/>
                  <a:pt x="6394" y="11710"/>
                  <a:pt x="6383" y="11710"/>
                </a:cubicBezTo>
                <a:cubicBezTo>
                  <a:pt x="6373" y="11710"/>
                  <a:pt x="6257" y="11603"/>
                  <a:pt x="6122" y="11468"/>
                </a:cubicBezTo>
                <a:cubicBezTo>
                  <a:pt x="5987" y="11333"/>
                  <a:pt x="5875" y="11206"/>
                  <a:pt x="5861" y="11206"/>
                </a:cubicBezTo>
                <a:cubicBezTo>
                  <a:pt x="5847" y="11206"/>
                  <a:pt x="5778" y="11165"/>
                  <a:pt x="5720" y="11105"/>
                </a:cubicBezTo>
                <a:cubicBezTo>
                  <a:pt x="5579" y="10959"/>
                  <a:pt x="5586" y="10964"/>
                  <a:pt x="5439" y="10823"/>
                </a:cubicBezTo>
                <a:cubicBezTo>
                  <a:pt x="5368" y="10755"/>
                  <a:pt x="5309" y="10702"/>
                  <a:pt x="5299" y="10702"/>
                </a:cubicBezTo>
                <a:cubicBezTo>
                  <a:pt x="5288" y="10702"/>
                  <a:pt x="5191" y="10633"/>
                  <a:pt x="5098" y="10541"/>
                </a:cubicBezTo>
                <a:cubicBezTo>
                  <a:pt x="5005" y="10449"/>
                  <a:pt x="4933" y="10365"/>
                  <a:pt x="4917" y="10360"/>
                </a:cubicBezTo>
                <a:cubicBezTo>
                  <a:pt x="4901" y="10354"/>
                  <a:pt x="4771" y="10246"/>
                  <a:pt x="4636" y="10118"/>
                </a:cubicBezTo>
                <a:cubicBezTo>
                  <a:pt x="4501" y="9990"/>
                  <a:pt x="4349" y="9842"/>
                  <a:pt x="4294" y="9795"/>
                </a:cubicBezTo>
                <a:cubicBezTo>
                  <a:pt x="4240" y="9748"/>
                  <a:pt x="4113" y="9631"/>
                  <a:pt x="4013" y="9533"/>
                </a:cubicBezTo>
                <a:cubicBezTo>
                  <a:pt x="3913" y="9435"/>
                  <a:pt x="3824" y="9352"/>
                  <a:pt x="3812" y="9352"/>
                </a:cubicBezTo>
                <a:cubicBezTo>
                  <a:pt x="3801" y="9352"/>
                  <a:pt x="3698" y="9259"/>
                  <a:pt x="3592" y="9150"/>
                </a:cubicBezTo>
                <a:cubicBezTo>
                  <a:pt x="3485" y="9041"/>
                  <a:pt x="3364" y="8928"/>
                  <a:pt x="3310" y="8888"/>
                </a:cubicBezTo>
                <a:cubicBezTo>
                  <a:pt x="3257" y="8848"/>
                  <a:pt x="3111" y="8723"/>
                  <a:pt x="2989" y="8606"/>
                </a:cubicBezTo>
                <a:cubicBezTo>
                  <a:pt x="2867" y="8489"/>
                  <a:pt x="2723" y="8344"/>
                  <a:pt x="2668" y="8304"/>
                </a:cubicBezTo>
                <a:cubicBezTo>
                  <a:pt x="2613" y="8263"/>
                  <a:pt x="2548" y="8219"/>
                  <a:pt x="2547" y="8203"/>
                </a:cubicBezTo>
                <a:cubicBezTo>
                  <a:pt x="2547" y="8187"/>
                  <a:pt x="2532" y="8170"/>
                  <a:pt x="2507" y="8163"/>
                </a:cubicBezTo>
                <a:cubicBezTo>
                  <a:pt x="2482" y="8155"/>
                  <a:pt x="2445" y="8115"/>
                  <a:pt x="2427" y="8082"/>
                </a:cubicBezTo>
                <a:cubicBezTo>
                  <a:pt x="2409" y="8049"/>
                  <a:pt x="2383" y="8022"/>
                  <a:pt x="2367" y="8022"/>
                </a:cubicBezTo>
                <a:cubicBezTo>
                  <a:pt x="2350" y="8022"/>
                  <a:pt x="2334" y="8005"/>
                  <a:pt x="2326" y="7981"/>
                </a:cubicBezTo>
                <a:cubicBezTo>
                  <a:pt x="2318" y="7958"/>
                  <a:pt x="2260" y="7914"/>
                  <a:pt x="2206" y="7880"/>
                </a:cubicBezTo>
                <a:cubicBezTo>
                  <a:pt x="2151" y="7847"/>
                  <a:pt x="2039" y="7737"/>
                  <a:pt x="1945" y="7639"/>
                </a:cubicBezTo>
                <a:cubicBezTo>
                  <a:pt x="1799" y="7488"/>
                  <a:pt x="1771" y="7449"/>
                  <a:pt x="1784" y="7397"/>
                </a:cubicBezTo>
                <a:cubicBezTo>
                  <a:pt x="1799" y="7338"/>
                  <a:pt x="1964" y="7176"/>
                  <a:pt x="2005" y="7175"/>
                </a:cubicBezTo>
                <a:cubicBezTo>
                  <a:pt x="2016" y="7175"/>
                  <a:pt x="2108" y="7095"/>
                  <a:pt x="2206" y="6994"/>
                </a:cubicBezTo>
                <a:cubicBezTo>
                  <a:pt x="2304" y="6892"/>
                  <a:pt x="2395" y="6792"/>
                  <a:pt x="2407" y="6792"/>
                </a:cubicBezTo>
                <a:cubicBezTo>
                  <a:pt x="2419" y="6792"/>
                  <a:pt x="2487" y="6745"/>
                  <a:pt x="2567" y="6671"/>
                </a:cubicBezTo>
                <a:cubicBezTo>
                  <a:pt x="2648" y="6597"/>
                  <a:pt x="2727" y="6530"/>
                  <a:pt x="2748" y="6530"/>
                </a:cubicBezTo>
                <a:close/>
                <a:moveTo>
                  <a:pt x="14718" y="8142"/>
                </a:moveTo>
                <a:cubicBezTo>
                  <a:pt x="14750" y="8142"/>
                  <a:pt x="14758" y="8463"/>
                  <a:pt x="14758" y="10783"/>
                </a:cubicBezTo>
                <a:cubicBezTo>
                  <a:pt x="14758" y="12233"/>
                  <a:pt x="14741" y="13423"/>
                  <a:pt x="14738" y="13423"/>
                </a:cubicBezTo>
                <a:cubicBezTo>
                  <a:pt x="14689" y="13422"/>
                  <a:pt x="14521" y="13304"/>
                  <a:pt x="14296" y="13101"/>
                </a:cubicBezTo>
                <a:cubicBezTo>
                  <a:pt x="14260" y="13068"/>
                  <a:pt x="14241" y="13035"/>
                  <a:pt x="14236" y="13040"/>
                </a:cubicBezTo>
                <a:cubicBezTo>
                  <a:pt x="14230" y="13046"/>
                  <a:pt x="14195" y="13018"/>
                  <a:pt x="14155" y="12980"/>
                </a:cubicBezTo>
                <a:cubicBezTo>
                  <a:pt x="14116" y="12942"/>
                  <a:pt x="14054" y="12907"/>
                  <a:pt x="14035" y="12899"/>
                </a:cubicBezTo>
                <a:cubicBezTo>
                  <a:pt x="14015" y="12892"/>
                  <a:pt x="13904" y="12807"/>
                  <a:pt x="13794" y="12718"/>
                </a:cubicBezTo>
                <a:cubicBezTo>
                  <a:pt x="13684" y="12628"/>
                  <a:pt x="13602" y="12557"/>
                  <a:pt x="13593" y="12557"/>
                </a:cubicBezTo>
                <a:cubicBezTo>
                  <a:pt x="13584" y="12557"/>
                  <a:pt x="13540" y="12523"/>
                  <a:pt x="13493" y="12476"/>
                </a:cubicBezTo>
                <a:cubicBezTo>
                  <a:pt x="13445" y="12429"/>
                  <a:pt x="13387" y="12395"/>
                  <a:pt x="13372" y="12395"/>
                </a:cubicBezTo>
                <a:cubicBezTo>
                  <a:pt x="13357" y="12395"/>
                  <a:pt x="13319" y="12362"/>
                  <a:pt x="13292" y="12335"/>
                </a:cubicBezTo>
                <a:cubicBezTo>
                  <a:pt x="13223" y="12267"/>
                  <a:pt x="12990" y="12093"/>
                  <a:pt x="12970" y="12093"/>
                </a:cubicBezTo>
                <a:cubicBezTo>
                  <a:pt x="12961" y="12093"/>
                  <a:pt x="12933" y="12073"/>
                  <a:pt x="12890" y="12032"/>
                </a:cubicBezTo>
                <a:cubicBezTo>
                  <a:pt x="12847" y="11992"/>
                  <a:pt x="12786" y="11952"/>
                  <a:pt x="12770" y="11952"/>
                </a:cubicBezTo>
                <a:cubicBezTo>
                  <a:pt x="12753" y="11952"/>
                  <a:pt x="12719" y="11912"/>
                  <a:pt x="12689" y="11871"/>
                </a:cubicBezTo>
                <a:cubicBezTo>
                  <a:pt x="12659" y="11831"/>
                  <a:pt x="12624" y="11811"/>
                  <a:pt x="12609" y="11811"/>
                </a:cubicBezTo>
                <a:cubicBezTo>
                  <a:pt x="12593" y="11811"/>
                  <a:pt x="12553" y="11777"/>
                  <a:pt x="12529" y="11750"/>
                </a:cubicBezTo>
                <a:cubicBezTo>
                  <a:pt x="12504" y="11723"/>
                  <a:pt x="12485" y="11710"/>
                  <a:pt x="12468" y="11710"/>
                </a:cubicBezTo>
                <a:cubicBezTo>
                  <a:pt x="12451" y="11710"/>
                  <a:pt x="12378" y="11656"/>
                  <a:pt x="12308" y="11589"/>
                </a:cubicBezTo>
                <a:cubicBezTo>
                  <a:pt x="12237" y="11522"/>
                  <a:pt x="12158" y="11468"/>
                  <a:pt x="12147" y="11468"/>
                </a:cubicBezTo>
                <a:cubicBezTo>
                  <a:pt x="12136" y="11468"/>
                  <a:pt x="12109" y="11428"/>
                  <a:pt x="12067" y="11387"/>
                </a:cubicBezTo>
                <a:cubicBezTo>
                  <a:pt x="12024" y="11347"/>
                  <a:pt x="11975" y="11307"/>
                  <a:pt x="11966" y="11307"/>
                </a:cubicBezTo>
                <a:cubicBezTo>
                  <a:pt x="11957" y="11307"/>
                  <a:pt x="11897" y="11273"/>
                  <a:pt x="11846" y="11226"/>
                </a:cubicBezTo>
                <a:cubicBezTo>
                  <a:pt x="11794" y="11179"/>
                  <a:pt x="11744" y="11146"/>
                  <a:pt x="11725" y="11146"/>
                </a:cubicBezTo>
                <a:cubicBezTo>
                  <a:pt x="11707" y="11146"/>
                  <a:pt x="11685" y="11138"/>
                  <a:pt x="11685" y="11125"/>
                </a:cubicBezTo>
                <a:cubicBezTo>
                  <a:pt x="11685" y="11113"/>
                  <a:pt x="11668" y="11093"/>
                  <a:pt x="11645" y="11085"/>
                </a:cubicBezTo>
                <a:cubicBezTo>
                  <a:pt x="11621" y="11077"/>
                  <a:pt x="11550" y="11024"/>
                  <a:pt x="11484" y="10964"/>
                </a:cubicBezTo>
                <a:cubicBezTo>
                  <a:pt x="11418" y="10904"/>
                  <a:pt x="11348" y="10851"/>
                  <a:pt x="11324" y="10843"/>
                </a:cubicBezTo>
                <a:cubicBezTo>
                  <a:pt x="11299" y="10835"/>
                  <a:pt x="11283" y="10817"/>
                  <a:pt x="11283" y="10803"/>
                </a:cubicBezTo>
                <a:cubicBezTo>
                  <a:pt x="11283" y="10771"/>
                  <a:pt x="11332" y="10702"/>
                  <a:pt x="11364" y="10702"/>
                </a:cubicBezTo>
                <a:cubicBezTo>
                  <a:pt x="11377" y="10702"/>
                  <a:pt x="11406" y="10686"/>
                  <a:pt x="11424" y="10662"/>
                </a:cubicBezTo>
                <a:cubicBezTo>
                  <a:pt x="11442" y="10638"/>
                  <a:pt x="11521" y="10566"/>
                  <a:pt x="11585" y="10521"/>
                </a:cubicBezTo>
                <a:cubicBezTo>
                  <a:pt x="11648" y="10475"/>
                  <a:pt x="11685" y="10431"/>
                  <a:pt x="11685" y="10420"/>
                </a:cubicBezTo>
                <a:cubicBezTo>
                  <a:pt x="11685" y="10409"/>
                  <a:pt x="11707" y="10400"/>
                  <a:pt x="11725" y="10400"/>
                </a:cubicBezTo>
                <a:cubicBezTo>
                  <a:pt x="11743" y="10400"/>
                  <a:pt x="11811" y="10366"/>
                  <a:pt x="11866" y="10319"/>
                </a:cubicBezTo>
                <a:cubicBezTo>
                  <a:pt x="11921" y="10272"/>
                  <a:pt x="11973" y="10239"/>
                  <a:pt x="11986" y="10239"/>
                </a:cubicBezTo>
                <a:cubicBezTo>
                  <a:pt x="12000" y="10239"/>
                  <a:pt x="12022" y="10211"/>
                  <a:pt x="12047" y="10178"/>
                </a:cubicBezTo>
                <a:cubicBezTo>
                  <a:pt x="12071" y="10145"/>
                  <a:pt x="12107" y="10122"/>
                  <a:pt x="12127" y="10118"/>
                </a:cubicBezTo>
                <a:cubicBezTo>
                  <a:pt x="12147" y="10114"/>
                  <a:pt x="12204" y="10061"/>
                  <a:pt x="12247" y="10017"/>
                </a:cubicBezTo>
                <a:cubicBezTo>
                  <a:pt x="12291" y="9973"/>
                  <a:pt x="12336" y="9936"/>
                  <a:pt x="12348" y="9936"/>
                </a:cubicBezTo>
                <a:cubicBezTo>
                  <a:pt x="12359" y="9936"/>
                  <a:pt x="12384" y="9923"/>
                  <a:pt x="12408" y="9896"/>
                </a:cubicBezTo>
                <a:cubicBezTo>
                  <a:pt x="12432" y="9869"/>
                  <a:pt x="12474" y="9836"/>
                  <a:pt x="12488" y="9836"/>
                </a:cubicBezTo>
                <a:cubicBezTo>
                  <a:pt x="12503" y="9836"/>
                  <a:pt x="12564" y="9795"/>
                  <a:pt x="12629" y="9735"/>
                </a:cubicBezTo>
                <a:cubicBezTo>
                  <a:pt x="12694" y="9674"/>
                  <a:pt x="12759" y="9614"/>
                  <a:pt x="12770" y="9614"/>
                </a:cubicBezTo>
                <a:cubicBezTo>
                  <a:pt x="12780" y="9614"/>
                  <a:pt x="12811" y="9587"/>
                  <a:pt x="12850" y="9553"/>
                </a:cubicBezTo>
                <a:cubicBezTo>
                  <a:pt x="12889" y="9520"/>
                  <a:pt x="12940" y="9493"/>
                  <a:pt x="12950" y="9493"/>
                </a:cubicBezTo>
                <a:cubicBezTo>
                  <a:pt x="12960" y="9493"/>
                  <a:pt x="13001" y="9460"/>
                  <a:pt x="13051" y="9412"/>
                </a:cubicBezTo>
                <a:cubicBezTo>
                  <a:pt x="13100" y="9364"/>
                  <a:pt x="13203" y="9296"/>
                  <a:pt x="13272" y="9251"/>
                </a:cubicBezTo>
                <a:cubicBezTo>
                  <a:pt x="13340" y="9206"/>
                  <a:pt x="13440" y="9118"/>
                  <a:pt x="13493" y="9070"/>
                </a:cubicBezTo>
                <a:cubicBezTo>
                  <a:pt x="13545" y="9021"/>
                  <a:pt x="13581" y="8989"/>
                  <a:pt x="13593" y="8989"/>
                </a:cubicBezTo>
                <a:cubicBezTo>
                  <a:pt x="13605" y="8989"/>
                  <a:pt x="13650" y="8969"/>
                  <a:pt x="13673" y="8949"/>
                </a:cubicBezTo>
                <a:cubicBezTo>
                  <a:pt x="13863" y="8785"/>
                  <a:pt x="13916" y="8748"/>
                  <a:pt x="13934" y="8747"/>
                </a:cubicBezTo>
                <a:cubicBezTo>
                  <a:pt x="13946" y="8747"/>
                  <a:pt x="13995" y="8700"/>
                  <a:pt x="14055" y="8646"/>
                </a:cubicBezTo>
                <a:cubicBezTo>
                  <a:pt x="14115" y="8593"/>
                  <a:pt x="14185" y="8546"/>
                  <a:pt x="14195" y="8546"/>
                </a:cubicBezTo>
                <a:cubicBezTo>
                  <a:pt x="14205" y="8546"/>
                  <a:pt x="14232" y="8529"/>
                  <a:pt x="14256" y="8505"/>
                </a:cubicBezTo>
                <a:cubicBezTo>
                  <a:pt x="14325" y="8436"/>
                  <a:pt x="14572" y="8243"/>
                  <a:pt x="14597" y="8243"/>
                </a:cubicBezTo>
                <a:cubicBezTo>
                  <a:pt x="14609" y="8243"/>
                  <a:pt x="14620" y="8230"/>
                  <a:pt x="14637" y="8203"/>
                </a:cubicBezTo>
                <a:cubicBezTo>
                  <a:pt x="14654" y="8176"/>
                  <a:pt x="14698" y="8142"/>
                  <a:pt x="14718" y="8142"/>
                </a:cubicBezTo>
                <a:close/>
                <a:moveTo>
                  <a:pt x="4114" y="12032"/>
                </a:moveTo>
                <a:cubicBezTo>
                  <a:pt x="4154" y="12054"/>
                  <a:pt x="4279" y="12178"/>
                  <a:pt x="4395" y="12294"/>
                </a:cubicBezTo>
                <a:cubicBezTo>
                  <a:pt x="4510" y="12411"/>
                  <a:pt x="4643" y="12537"/>
                  <a:pt x="4696" y="12577"/>
                </a:cubicBezTo>
                <a:cubicBezTo>
                  <a:pt x="4749" y="12617"/>
                  <a:pt x="4862" y="12724"/>
                  <a:pt x="4957" y="12819"/>
                </a:cubicBezTo>
                <a:cubicBezTo>
                  <a:pt x="5052" y="12913"/>
                  <a:pt x="5162" y="13016"/>
                  <a:pt x="5198" y="13040"/>
                </a:cubicBezTo>
                <a:cubicBezTo>
                  <a:pt x="5254" y="13077"/>
                  <a:pt x="5260" y="13080"/>
                  <a:pt x="5238" y="13121"/>
                </a:cubicBezTo>
                <a:cubicBezTo>
                  <a:pt x="5224" y="13148"/>
                  <a:pt x="5209" y="13168"/>
                  <a:pt x="5198" y="13161"/>
                </a:cubicBezTo>
                <a:cubicBezTo>
                  <a:pt x="5187" y="13155"/>
                  <a:pt x="5164" y="13172"/>
                  <a:pt x="5138" y="13201"/>
                </a:cubicBezTo>
                <a:cubicBezTo>
                  <a:pt x="5112" y="13231"/>
                  <a:pt x="5055" y="13295"/>
                  <a:pt x="5017" y="13322"/>
                </a:cubicBezTo>
                <a:cubicBezTo>
                  <a:pt x="4980" y="13349"/>
                  <a:pt x="4864" y="13416"/>
                  <a:pt x="4776" y="13484"/>
                </a:cubicBezTo>
                <a:cubicBezTo>
                  <a:pt x="4689" y="13551"/>
                  <a:pt x="4590" y="13622"/>
                  <a:pt x="4556" y="13645"/>
                </a:cubicBezTo>
                <a:cubicBezTo>
                  <a:pt x="4522" y="13667"/>
                  <a:pt x="4503" y="13694"/>
                  <a:pt x="4495" y="13705"/>
                </a:cubicBezTo>
                <a:cubicBezTo>
                  <a:pt x="4487" y="13717"/>
                  <a:pt x="4432" y="13769"/>
                  <a:pt x="4375" y="13806"/>
                </a:cubicBezTo>
                <a:cubicBezTo>
                  <a:pt x="4318" y="13843"/>
                  <a:pt x="4274" y="13873"/>
                  <a:pt x="4274" y="13887"/>
                </a:cubicBezTo>
                <a:cubicBezTo>
                  <a:pt x="4274" y="13900"/>
                  <a:pt x="4252" y="13907"/>
                  <a:pt x="4234" y="13907"/>
                </a:cubicBezTo>
                <a:cubicBezTo>
                  <a:pt x="4216" y="13907"/>
                  <a:pt x="4178" y="13940"/>
                  <a:pt x="4154" y="13967"/>
                </a:cubicBezTo>
                <a:cubicBezTo>
                  <a:pt x="4130" y="13994"/>
                  <a:pt x="4105" y="14008"/>
                  <a:pt x="4094" y="14008"/>
                </a:cubicBezTo>
                <a:cubicBezTo>
                  <a:pt x="4073" y="14008"/>
                  <a:pt x="4007" y="14069"/>
                  <a:pt x="3853" y="14209"/>
                </a:cubicBezTo>
                <a:cubicBezTo>
                  <a:pt x="3804" y="14253"/>
                  <a:pt x="3749" y="14290"/>
                  <a:pt x="3732" y="14290"/>
                </a:cubicBezTo>
                <a:cubicBezTo>
                  <a:pt x="3715" y="14290"/>
                  <a:pt x="3689" y="14303"/>
                  <a:pt x="3672" y="14330"/>
                </a:cubicBezTo>
                <a:cubicBezTo>
                  <a:pt x="3655" y="14357"/>
                  <a:pt x="3628" y="14371"/>
                  <a:pt x="3612" y="14371"/>
                </a:cubicBezTo>
                <a:cubicBezTo>
                  <a:pt x="3596" y="14371"/>
                  <a:pt x="3569" y="14394"/>
                  <a:pt x="3551" y="14411"/>
                </a:cubicBezTo>
                <a:cubicBezTo>
                  <a:pt x="3534" y="14428"/>
                  <a:pt x="3405" y="14535"/>
                  <a:pt x="3250" y="14653"/>
                </a:cubicBezTo>
                <a:cubicBezTo>
                  <a:pt x="3096" y="14771"/>
                  <a:pt x="2914" y="14895"/>
                  <a:pt x="2869" y="14935"/>
                </a:cubicBezTo>
                <a:cubicBezTo>
                  <a:pt x="2823" y="14975"/>
                  <a:pt x="2770" y="15016"/>
                  <a:pt x="2748" y="15015"/>
                </a:cubicBezTo>
                <a:cubicBezTo>
                  <a:pt x="2727" y="15015"/>
                  <a:pt x="2661" y="14962"/>
                  <a:pt x="2587" y="14895"/>
                </a:cubicBezTo>
                <a:cubicBezTo>
                  <a:pt x="2514" y="14827"/>
                  <a:pt x="2440" y="14774"/>
                  <a:pt x="2427" y="14774"/>
                </a:cubicBezTo>
                <a:cubicBezTo>
                  <a:pt x="2414" y="14774"/>
                  <a:pt x="2310" y="14680"/>
                  <a:pt x="2206" y="14572"/>
                </a:cubicBezTo>
                <a:cubicBezTo>
                  <a:pt x="2102" y="14464"/>
                  <a:pt x="2016" y="14371"/>
                  <a:pt x="2005" y="14371"/>
                </a:cubicBezTo>
                <a:cubicBezTo>
                  <a:pt x="1994" y="14370"/>
                  <a:pt x="1938" y="14339"/>
                  <a:pt x="1885" y="14290"/>
                </a:cubicBezTo>
                <a:cubicBezTo>
                  <a:pt x="1728" y="14144"/>
                  <a:pt x="1748" y="14090"/>
                  <a:pt x="2005" y="13846"/>
                </a:cubicBezTo>
                <a:cubicBezTo>
                  <a:pt x="2121" y="13736"/>
                  <a:pt x="2259" y="13598"/>
                  <a:pt x="2326" y="13544"/>
                </a:cubicBezTo>
                <a:cubicBezTo>
                  <a:pt x="2394" y="13490"/>
                  <a:pt x="2467" y="13435"/>
                  <a:pt x="2467" y="13423"/>
                </a:cubicBezTo>
                <a:cubicBezTo>
                  <a:pt x="2467" y="13412"/>
                  <a:pt x="2480" y="13391"/>
                  <a:pt x="2507" y="13383"/>
                </a:cubicBezTo>
                <a:cubicBezTo>
                  <a:pt x="2534" y="13374"/>
                  <a:pt x="2547" y="13359"/>
                  <a:pt x="2547" y="13343"/>
                </a:cubicBezTo>
                <a:cubicBezTo>
                  <a:pt x="2548" y="13327"/>
                  <a:pt x="2613" y="13282"/>
                  <a:pt x="2668" y="13242"/>
                </a:cubicBezTo>
                <a:cubicBezTo>
                  <a:pt x="2723" y="13201"/>
                  <a:pt x="2874" y="13052"/>
                  <a:pt x="3009" y="12919"/>
                </a:cubicBezTo>
                <a:cubicBezTo>
                  <a:pt x="3145" y="12787"/>
                  <a:pt x="3290" y="12663"/>
                  <a:pt x="3331" y="12637"/>
                </a:cubicBezTo>
                <a:cubicBezTo>
                  <a:pt x="3371" y="12611"/>
                  <a:pt x="3498" y="12490"/>
                  <a:pt x="3612" y="12375"/>
                </a:cubicBezTo>
                <a:cubicBezTo>
                  <a:pt x="3725" y="12260"/>
                  <a:pt x="3824" y="12174"/>
                  <a:pt x="3833" y="12174"/>
                </a:cubicBezTo>
                <a:cubicBezTo>
                  <a:pt x="3841" y="12174"/>
                  <a:pt x="3881" y="12139"/>
                  <a:pt x="3933" y="12093"/>
                </a:cubicBezTo>
                <a:cubicBezTo>
                  <a:pt x="4025" y="12011"/>
                  <a:pt x="4041" y="11995"/>
                  <a:pt x="4114" y="1203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04" name="yapıştırılan-görüntü.tiff" descr="yapıştırılan-görüntü.tiff"/>
          <p:cNvPicPr>
            <a:picLocks noChangeAspect="1"/>
          </p:cNvPicPr>
          <p:nvPr/>
        </p:nvPicPr>
        <p:blipFill>
          <a:blip r:embed="rId9">
            <a:extLst/>
          </a:blip>
          <a:srcRect l="0" t="0" r="5858" b="5868"/>
          <a:stretch>
            <a:fillRect/>
          </a:stretch>
        </p:blipFill>
        <p:spPr>
          <a:xfrm>
            <a:off x="5857852" y="4097732"/>
            <a:ext cx="476325" cy="4762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545" fill="norm" stroke="1" extrusionOk="0">
                <a:moveTo>
                  <a:pt x="10571" y="0"/>
                </a:moveTo>
                <a:cubicBezTo>
                  <a:pt x="10282" y="9"/>
                  <a:pt x="10003" y="44"/>
                  <a:pt x="9907" y="108"/>
                </a:cubicBezTo>
                <a:cubicBezTo>
                  <a:pt x="9649" y="278"/>
                  <a:pt x="190" y="9741"/>
                  <a:pt x="91" y="9928"/>
                </a:cubicBezTo>
                <a:cubicBezTo>
                  <a:pt x="36" y="10031"/>
                  <a:pt x="6" y="10353"/>
                  <a:pt x="1" y="10682"/>
                </a:cubicBezTo>
                <a:cubicBezTo>
                  <a:pt x="-4" y="11012"/>
                  <a:pt x="22" y="11354"/>
                  <a:pt x="73" y="11490"/>
                </a:cubicBezTo>
                <a:cubicBezTo>
                  <a:pt x="137" y="11660"/>
                  <a:pt x="9158" y="20770"/>
                  <a:pt x="9673" y="21185"/>
                </a:cubicBezTo>
                <a:cubicBezTo>
                  <a:pt x="9807" y="21292"/>
                  <a:pt x="10029" y="21424"/>
                  <a:pt x="10158" y="21472"/>
                </a:cubicBezTo>
                <a:cubicBezTo>
                  <a:pt x="10500" y="21600"/>
                  <a:pt x="11232" y="21552"/>
                  <a:pt x="11504" y="21382"/>
                </a:cubicBezTo>
                <a:cubicBezTo>
                  <a:pt x="11622" y="21308"/>
                  <a:pt x="13904" y="19059"/>
                  <a:pt x="16564" y="16391"/>
                </a:cubicBezTo>
                <a:cubicBezTo>
                  <a:pt x="21092" y="11850"/>
                  <a:pt x="21405" y="11523"/>
                  <a:pt x="21481" y="11239"/>
                </a:cubicBezTo>
                <a:cubicBezTo>
                  <a:pt x="21596" y="10809"/>
                  <a:pt x="21536" y="10253"/>
                  <a:pt x="21338" y="9946"/>
                </a:cubicBezTo>
                <a:cubicBezTo>
                  <a:pt x="21169" y="9685"/>
                  <a:pt x="11775" y="287"/>
                  <a:pt x="11504" y="108"/>
                </a:cubicBezTo>
                <a:cubicBezTo>
                  <a:pt x="11408" y="44"/>
                  <a:pt x="11129" y="9"/>
                  <a:pt x="10840" y="0"/>
                </a:cubicBezTo>
                <a:lnTo>
                  <a:pt x="10571" y="0"/>
                </a:lnTo>
                <a:close/>
                <a:moveTo>
                  <a:pt x="10732" y="1382"/>
                </a:moveTo>
                <a:lnTo>
                  <a:pt x="15272" y="5925"/>
                </a:lnTo>
                <a:cubicBezTo>
                  <a:pt x="17766" y="8423"/>
                  <a:pt x="19852" y="10531"/>
                  <a:pt x="19920" y="10610"/>
                </a:cubicBezTo>
                <a:lnTo>
                  <a:pt x="20046" y="10754"/>
                </a:lnTo>
                <a:lnTo>
                  <a:pt x="15416" y="15386"/>
                </a:lnTo>
                <a:cubicBezTo>
                  <a:pt x="12866" y="17937"/>
                  <a:pt x="10757" y="20036"/>
                  <a:pt x="10732" y="20036"/>
                </a:cubicBezTo>
                <a:cubicBezTo>
                  <a:pt x="10707" y="20036"/>
                  <a:pt x="8590" y="17941"/>
                  <a:pt x="6031" y="15386"/>
                </a:cubicBezTo>
                <a:lnTo>
                  <a:pt x="1383" y="10736"/>
                </a:lnTo>
                <a:lnTo>
                  <a:pt x="4541" y="7558"/>
                </a:lnTo>
                <a:lnTo>
                  <a:pt x="7717" y="4381"/>
                </a:lnTo>
                <a:lnTo>
                  <a:pt x="8471" y="5135"/>
                </a:lnTo>
                <a:lnTo>
                  <a:pt x="9225" y="5889"/>
                </a:lnTo>
                <a:lnTo>
                  <a:pt x="9189" y="6212"/>
                </a:lnTo>
                <a:cubicBezTo>
                  <a:pt x="9122" y="6751"/>
                  <a:pt x="9276" y="7195"/>
                  <a:pt x="9691" y="7594"/>
                </a:cubicBezTo>
                <a:lnTo>
                  <a:pt x="10050" y="7935"/>
                </a:lnTo>
                <a:lnTo>
                  <a:pt x="10050" y="11005"/>
                </a:lnTo>
                <a:lnTo>
                  <a:pt x="10050" y="14093"/>
                </a:lnTo>
                <a:lnTo>
                  <a:pt x="9763" y="14327"/>
                </a:lnTo>
                <a:cubicBezTo>
                  <a:pt x="9348" y="14673"/>
                  <a:pt x="9191" y="15002"/>
                  <a:pt x="9189" y="15547"/>
                </a:cubicBezTo>
                <a:cubicBezTo>
                  <a:pt x="9187" y="15930"/>
                  <a:pt x="9217" y="16037"/>
                  <a:pt x="9386" y="16337"/>
                </a:cubicBezTo>
                <a:cubicBezTo>
                  <a:pt x="9741" y="16967"/>
                  <a:pt x="10472" y="17246"/>
                  <a:pt x="11217" y="17038"/>
                </a:cubicBezTo>
                <a:cubicBezTo>
                  <a:pt x="12377" y="16712"/>
                  <a:pt x="12662" y="14995"/>
                  <a:pt x="11665" y="14309"/>
                </a:cubicBezTo>
                <a:lnTo>
                  <a:pt x="11378" y="14111"/>
                </a:lnTo>
                <a:lnTo>
                  <a:pt x="11378" y="11167"/>
                </a:lnTo>
                <a:cubicBezTo>
                  <a:pt x="11378" y="9548"/>
                  <a:pt x="11389" y="8211"/>
                  <a:pt x="11414" y="8187"/>
                </a:cubicBezTo>
                <a:cubicBezTo>
                  <a:pt x="11439" y="8162"/>
                  <a:pt x="11963" y="8629"/>
                  <a:pt x="12580" y="9246"/>
                </a:cubicBezTo>
                <a:lnTo>
                  <a:pt x="13711" y="10377"/>
                </a:lnTo>
                <a:lnTo>
                  <a:pt x="13657" y="10628"/>
                </a:lnTo>
                <a:cubicBezTo>
                  <a:pt x="13539" y="11154"/>
                  <a:pt x="13828" y="11871"/>
                  <a:pt x="14285" y="12190"/>
                </a:cubicBezTo>
                <a:cubicBezTo>
                  <a:pt x="14921" y="12633"/>
                  <a:pt x="15873" y="12522"/>
                  <a:pt x="16385" y="11939"/>
                </a:cubicBezTo>
                <a:cubicBezTo>
                  <a:pt x="16581" y="11715"/>
                  <a:pt x="16780" y="11179"/>
                  <a:pt x="16780" y="10898"/>
                </a:cubicBezTo>
                <a:cubicBezTo>
                  <a:pt x="16780" y="10619"/>
                  <a:pt x="16576" y="10092"/>
                  <a:pt x="16385" y="9874"/>
                </a:cubicBezTo>
                <a:cubicBezTo>
                  <a:pt x="16055" y="9499"/>
                  <a:pt x="15751" y="9375"/>
                  <a:pt x="15147" y="9372"/>
                </a:cubicBezTo>
                <a:lnTo>
                  <a:pt x="14608" y="9372"/>
                </a:lnTo>
                <a:lnTo>
                  <a:pt x="13424" y="8187"/>
                </a:lnTo>
                <a:lnTo>
                  <a:pt x="12222" y="6984"/>
                </a:lnTo>
                <a:lnTo>
                  <a:pt x="12257" y="6607"/>
                </a:lnTo>
                <a:cubicBezTo>
                  <a:pt x="12298" y="6051"/>
                  <a:pt x="12172" y="5677"/>
                  <a:pt x="11827" y="5332"/>
                </a:cubicBezTo>
                <a:cubicBezTo>
                  <a:pt x="11482" y="4987"/>
                  <a:pt x="11108" y="4861"/>
                  <a:pt x="10553" y="4901"/>
                </a:cubicBezTo>
                <a:lnTo>
                  <a:pt x="10176" y="4937"/>
                </a:lnTo>
                <a:lnTo>
                  <a:pt x="9422" y="4183"/>
                </a:lnTo>
                <a:lnTo>
                  <a:pt x="8686" y="3429"/>
                </a:lnTo>
                <a:lnTo>
                  <a:pt x="9709" y="2406"/>
                </a:lnTo>
                <a:lnTo>
                  <a:pt x="10732" y="1382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05" name="yapıştırılan-görüntü.tiff" descr="yapıştırılan-görüntü.tiff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9592581" y="4085999"/>
            <a:ext cx="499737" cy="4997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2290761"/>
            <a:ext cx="5818883" cy="304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71382" y="2290761"/>
            <a:ext cx="4849118" cy="304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9150" y="4401630"/>
            <a:ext cx="5380733" cy="693164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TextBox 4"/>
          <p:cNvSpPr txBox="1"/>
          <p:nvPr/>
        </p:nvSpPr>
        <p:spPr>
          <a:xfrm>
            <a:off x="571500" y="476250"/>
            <a:ext cx="11601450" cy="43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Test Mimarisi &amp; Page Object Model (POM)</a:t>
            </a:r>
          </a:p>
        </p:txBody>
      </p:sp>
      <p:sp>
        <p:nvSpPr>
          <p:cNvPr id="211" name="Rectangle 5"/>
          <p:cNvSpPr/>
          <p:nvPr/>
        </p:nvSpPr>
        <p:spPr>
          <a:xfrm>
            <a:off x="571500" y="1028700"/>
            <a:ext cx="11049000" cy="28575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TextBox 6"/>
          <p:cNvSpPr txBox="1"/>
          <p:nvPr/>
        </p:nvSpPr>
        <p:spPr>
          <a:xfrm>
            <a:off x="7352407" y="2543174"/>
            <a:ext cx="422146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Mimari Avantajları</a:t>
            </a:r>
          </a:p>
        </p:txBody>
      </p:sp>
      <p:sp>
        <p:nvSpPr>
          <p:cNvPr id="213" name="TextBox 7"/>
          <p:cNvSpPr txBox="1"/>
          <p:nvPr/>
        </p:nvSpPr>
        <p:spPr>
          <a:xfrm>
            <a:off x="1133474" y="2543174"/>
            <a:ext cx="52597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Proje Dosya Hiyerarşisi </a:t>
            </a:r>
          </a:p>
        </p:txBody>
      </p:sp>
      <p:sp>
        <p:nvSpPr>
          <p:cNvPr id="214" name="TextBox 8"/>
          <p:cNvSpPr txBox="1"/>
          <p:nvPr/>
        </p:nvSpPr>
        <p:spPr>
          <a:xfrm>
            <a:off x="1066800" y="4548187"/>
            <a:ext cx="4885433" cy="372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6D28D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</a:lstStyle>
          <a:p>
            <a:pPr/>
            <a:r>
              <a:t>💡 Tek Sorumluluk Prensibi (SRP): Test mantığı ile arayüz locatarları birbirinden tamamen ayrılmıştır.</a:t>
            </a:r>
          </a:p>
        </p:txBody>
      </p:sp>
      <p:pic>
        <p:nvPicPr>
          <p:cNvPr id="215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019032" y="2562225"/>
            <a:ext cx="238126" cy="190500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TextBox 10"/>
          <p:cNvSpPr txBox="1"/>
          <p:nvPr/>
        </p:nvSpPr>
        <p:spPr>
          <a:xfrm>
            <a:off x="7285732" y="2919411"/>
            <a:ext cx="4087118" cy="397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b="1" sz="11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pPr>
            <a:r>
              <a:t>Kolay Bakım (Maintainability):</a:t>
            </a:r>
            <a:r>
              <a:rPr b="0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UI değişikliklerinde sadece ilgili sayfa nesnesi güncellenir.</a:t>
            </a:r>
          </a:p>
        </p:txBody>
      </p:sp>
      <p:sp>
        <p:nvSpPr>
          <p:cNvPr id="217" name="TextBox 11"/>
          <p:cNvSpPr txBox="1"/>
          <p:nvPr/>
        </p:nvSpPr>
        <p:spPr>
          <a:xfrm>
            <a:off x="7285732" y="3462337"/>
            <a:ext cx="4087118" cy="39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b="1" sz="11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pPr>
            <a:r>
              <a:t>Kod Tekrarının Önlenmesi:</a:t>
            </a:r>
            <a:r>
              <a:rPr b="0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Ortak metodlar merkezi olarak yönetilir.</a:t>
            </a:r>
          </a:p>
        </p:txBody>
      </p:sp>
      <p:sp>
        <p:nvSpPr>
          <p:cNvPr id="218" name="TextBox 12"/>
          <p:cNvSpPr txBox="1"/>
          <p:nvPr/>
        </p:nvSpPr>
        <p:spPr>
          <a:xfrm>
            <a:off x="7285732" y="4005262"/>
            <a:ext cx="4087118" cy="39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b="1" sz="11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pPr>
            <a:r>
              <a:t>Yüksek Okunabilirlik:</a:t>
            </a:r>
            <a:r>
              <a:rPr b="0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Cucumber entegrasyonu ile iş birimi dostu senaryolar.</a:t>
            </a:r>
          </a:p>
        </p:txBody>
      </p:sp>
      <p:sp>
        <p:nvSpPr>
          <p:cNvPr id="219" name="TextBox 13"/>
          <p:cNvSpPr txBox="1"/>
          <p:nvPr/>
        </p:nvSpPr>
        <p:spPr>
          <a:xfrm>
            <a:off x="7285732" y="4548187"/>
            <a:ext cx="4087118" cy="39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b="1" sz="11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pPr>
            <a:r>
              <a:t>Dinamik Veri Yönetimi:</a:t>
            </a:r>
            <a:r>
              <a:rPr b="0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Fixture dosyaları ile bağımsız ve kararlı test koşumları.</a:t>
            </a:r>
          </a:p>
        </p:txBody>
      </p:sp>
      <p:pic>
        <p:nvPicPr>
          <p:cNvPr id="220" name="Picture 14" descr="Picture 1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19150" y="2562225"/>
            <a:ext cx="219075" cy="19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Picture 15" descr="Picture 1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019032" y="2947986"/>
            <a:ext cx="152401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Picture 16" descr="Picture 1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019032" y="3490912"/>
            <a:ext cx="152401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17" descr="Picture 1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019032" y="4033837"/>
            <a:ext cx="152401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18" descr="Picture 1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019032" y="4576762"/>
            <a:ext cx="152401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Ekran Resmi 2026-08-19 22.16.17.png" descr="Ekran Resmi 2026-08-19 22.16.17.png"/>
          <p:cNvPicPr>
            <a:picLocks noChangeAspect="1"/>
          </p:cNvPicPr>
          <p:nvPr/>
        </p:nvPicPr>
        <p:blipFill>
          <a:blip r:embed="rId8">
            <a:extLst/>
          </a:blip>
          <a:srcRect l="612" t="21402" r="4637" b="9342"/>
          <a:stretch>
            <a:fillRect/>
          </a:stretch>
        </p:blipFill>
        <p:spPr>
          <a:xfrm>
            <a:off x="816371" y="3027229"/>
            <a:ext cx="5329286" cy="12526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86500" y="2869851"/>
            <a:ext cx="5334000" cy="2023021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TextBox 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Test Koşum Akışı &amp; Süreç</a:t>
            </a:r>
          </a:p>
        </p:txBody>
      </p:sp>
      <p:sp>
        <p:nvSpPr>
          <p:cNvPr id="229" name="Rectangle 3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TextBox 4"/>
          <p:cNvSpPr txBox="1"/>
          <p:nvPr/>
        </p:nvSpPr>
        <p:spPr>
          <a:xfrm>
            <a:off x="904875" y="2578447"/>
            <a:ext cx="5000625" cy="51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</a:lstStyle>
          <a:p>
            <a:pPr/>
            <a:r>
              <a:t>Test senaryolarının BDD / Cucumber tarzı mantıksal adımlarla tasarlanması</a:t>
            </a:r>
          </a:p>
        </p:txBody>
      </p:sp>
      <p:sp>
        <p:nvSpPr>
          <p:cNvPr id="231" name="TextBox 5"/>
          <p:cNvSpPr txBox="1"/>
          <p:nvPr/>
        </p:nvSpPr>
        <p:spPr>
          <a:xfrm>
            <a:off x="904875" y="3298476"/>
            <a:ext cx="5000625" cy="518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</a:lstStyle>
          <a:p>
            <a:pPr/>
            <a:r>
              <a:t>Cypress Test Runner arayüzü ile local ortamda interaktif debug imkanı</a:t>
            </a:r>
          </a:p>
        </p:txBody>
      </p:sp>
      <p:sp>
        <p:nvSpPr>
          <p:cNvPr id="232" name="TextBox 6"/>
          <p:cNvSpPr txBox="1"/>
          <p:nvPr/>
        </p:nvSpPr>
        <p:spPr>
          <a:xfrm>
            <a:off x="904875" y="4018507"/>
            <a:ext cx="5000625" cy="251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</a:lstStyle>
          <a:p>
            <a:pPr/>
            <a:r>
              <a:t>Headless modda hızlı koşumlar ve ekran görüntüsü/video kayıtları</a:t>
            </a:r>
          </a:p>
        </p:txBody>
      </p:sp>
      <p:sp>
        <p:nvSpPr>
          <p:cNvPr id="233" name="TextBox 7"/>
          <p:cNvSpPr txBox="1"/>
          <p:nvPr/>
        </p:nvSpPr>
        <p:spPr>
          <a:xfrm>
            <a:off x="904875" y="4738537"/>
            <a:ext cx="5000625" cy="251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</a:lstStyle>
          <a:p>
            <a:pPr/>
            <a:r>
              <a:t>Hata durumlarında otomatik loglama ve detaylı raporlama</a:t>
            </a:r>
          </a:p>
        </p:txBody>
      </p:sp>
      <p:sp>
        <p:nvSpPr>
          <p:cNvPr id="234" name="TextBox 8"/>
          <p:cNvSpPr txBox="1"/>
          <p:nvPr/>
        </p:nvSpPr>
        <p:spPr>
          <a:xfrm>
            <a:off x="6629400" y="3155601"/>
            <a:ext cx="494061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6D28D9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Kalite Güvencesi</a:t>
            </a:r>
          </a:p>
        </p:txBody>
      </p:sp>
      <p:sp>
        <p:nvSpPr>
          <p:cNvPr id="235" name="TextBox 9"/>
          <p:cNvSpPr txBox="1"/>
          <p:nvPr/>
        </p:nvSpPr>
        <p:spPr>
          <a:xfrm>
            <a:off x="6629400" y="3612801"/>
            <a:ext cx="4705350" cy="784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Her bir senaryo bağımsız ve izole çalışacak şekilde tasarlandı. Böylece veri çakışmalarının önüne geçilerek kararlı (stable) test sonuçları elde edildi.</a:t>
            </a:r>
          </a:p>
        </p:txBody>
      </p:sp>
      <p:pic>
        <p:nvPicPr>
          <p:cNvPr id="236" name="Picture 10" descr="Picture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2611783"/>
            <a:ext cx="17145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3331814"/>
            <a:ext cx="17145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12" descr="Picture 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4051844"/>
            <a:ext cx="17145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Picture 13" descr="Picture 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4771876"/>
            <a:ext cx="171450" cy="2000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1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Proje Özeti ve Sonuçlar</a:t>
            </a:r>
          </a:p>
        </p:txBody>
      </p:sp>
      <p:sp>
        <p:nvSpPr>
          <p:cNvPr id="242" name="Rectangle 2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TextBox 3"/>
          <p:cNvSpPr txBox="1"/>
          <p:nvPr/>
        </p:nvSpPr>
        <p:spPr>
          <a:xfrm>
            <a:off x="2181225" y="3010225"/>
            <a:ext cx="8201025" cy="264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Kitapsepeti platformunun 6 temel kullanıcı akışı başarıyla otomasyona alındı.</a:t>
            </a:r>
          </a:p>
        </p:txBody>
      </p:sp>
      <p:sp>
        <p:nvSpPr>
          <p:cNvPr id="244" name="TextBox 4"/>
          <p:cNvSpPr txBox="1"/>
          <p:nvPr/>
        </p:nvSpPr>
        <p:spPr>
          <a:xfrm>
            <a:off x="2181225" y="3490195"/>
            <a:ext cx="8201025" cy="264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Tüm senaryolar Page Object Model (POM) prensiplerine uygun olarak modellendi.</a:t>
            </a:r>
          </a:p>
        </p:txBody>
      </p:sp>
      <p:sp>
        <p:nvSpPr>
          <p:cNvPr id="245" name="TextBox 5"/>
          <p:cNvSpPr txBox="1"/>
          <p:nvPr/>
        </p:nvSpPr>
        <p:spPr>
          <a:xfrm>
            <a:off x="2181225" y="3906666"/>
            <a:ext cx="8201025" cy="54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Test case dokümanları ve PASS kanıtları GitHub repository'sinde eksiksiz paylaşıldı. Raporlar paylaşıldı.</a:t>
            </a:r>
          </a:p>
        </p:txBody>
      </p:sp>
      <p:sp>
        <p:nvSpPr>
          <p:cNvPr id="246" name="TextBox 6"/>
          <p:cNvSpPr txBox="1"/>
          <p:nvPr/>
        </p:nvSpPr>
        <p:spPr>
          <a:xfrm>
            <a:off x="2181225" y="4602537"/>
            <a:ext cx="8201025" cy="264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Sürdürülebilir, ölçeklenebilir ve profesyonel bir QA altyapısı kuruldu.</a:t>
            </a:r>
          </a:p>
        </p:txBody>
      </p:sp>
      <p:pic>
        <p:nvPicPr>
          <p:cNvPr id="24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09750" y="3018532"/>
            <a:ext cx="228600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09750" y="3498501"/>
            <a:ext cx="228600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09750" y="3978473"/>
            <a:ext cx="228600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09750" y="4610844"/>
            <a:ext cx="228600" cy="2476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Box 2"/>
          <p:cNvSpPr txBox="1"/>
          <p:nvPr/>
        </p:nvSpPr>
        <p:spPr>
          <a:xfrm>
            <a:off x="3775709" y="3060700"/>
            <a:ext cx="4640581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48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Teşekkürler!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